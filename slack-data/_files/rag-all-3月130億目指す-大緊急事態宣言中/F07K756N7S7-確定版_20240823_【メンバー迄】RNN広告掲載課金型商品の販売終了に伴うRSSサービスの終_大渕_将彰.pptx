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notesMasterIdLst>
    <p:notesMasterId r:id="rId7"/>
  </p:notesMasterIdLst>
  <p:sldIdLst>
    <p:sldId id="3015" r:id="rId5"/>
    <p:sldId id="3011" r:id="rId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0E802DF8-B621-48AD-8DAA-B592D380C9BE}">
          <p14:sldIdLst>
            <p14:sldId id="3015"/>
          </p14:sldIdLst>
        </p14:section>
        <p14:section name="補足資料" id="{92AD969E-8329-4441-B848-76A4E2BABD2A}">
          <p14:sldIdLst>
            <p14:sldId id="301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DB1BC"/>
    <a:srgbClr val="D9EEF7"/>
    <a:srgbClr val="3AADDB"/>
    <a:srgbClr val="D5D6D9"/>
    <a:srgbClr val="DCF6E1"/>
    <a:srgbClr val="52BD69"/>
    <a:srgbClr val="FFE2EB"/>
    <a:srgbClr val="EB4D3D"/>
    <a:srgbClr val="F7FAFF"/>
    <a:srgbClr val="1156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F14A68D-81ED-5CFE-2367-16B01B3434DD}" v="5" dt="2024-08-21T02:25:07.674"/>
    <p1510:client id="{FB9DCC8F-1777-719A-54D4-D54B0D553FAC}" v="21" dt="2024-08-19T04:24:48.231"/>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0" d="100"/>
          <a:sy n="80" d="100"/>
        </p:scale>
        <p:origin x="44" y="-1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943E09-7070-8F48-A473-6593B1A49C1A}" type="datetimeFigureOut">
              <a:rPr kumimoji="1" lang="ja-JP" altLang="en-US" smtClean="0"/>
              <a:t>2024/8/29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A4E167-2632-1247-BE4E-C349B23F88B7}" type="slidenum">
              <a:rPr kumimoji="1" lang="ja-JP" altLang="en-US" smtClean="0"/>
              <a:t>‹#›</a:t>
            </a:fld>
            <a:endParaRPr kumimoji="1" lang="ja-JP" altLang="en-US"/>
          </a:p>
        </p:txBody>
      </p:sp>
    </p:spTree>
    <p:extLst>
      <p:ext uri="{BB962C8B-B14F-4D97-AF65-F5344CB8AC3E}">
        <p14:creationId xmlns:p14="http://schemas.microsoft.com/office/powerpoint/2010/main" val="26563520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起案書FMT_部長会">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発表者</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2480222"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3205277"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3930331"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32" name="正方形/長方形 31">
            <a:extLst>
              <a:ext uri="{FF2B5EF4-FFF2-40B4-BE49-F238E27FC236}">
                <a16:creationId xmlns:a16="http://schemas.microsoft.com/office/drawing/2014/main" id="{AC404D1A-DBA8-A542-2968-0D94C877BA4C}"/>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3" name="正方形/長方形 32">
            <a:extLst>
              <a:ext uri="{FF2B5EF4-FFF2-40B4-BE49-F238E27FC236}">
                <a16:creationId xmlns:a16="http://schemas.microsoft.com/office/drawing/2014/main" id="{B78292BB-C77C-EEBB-0FFC-1AEB354589BE}"/>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4" name="正方形/長方形 33">
            <a:extLst>
              <a:ext uri="{FF2B5EF4-FFF2-40B4-BE49-F238E27FC236}">
                <a16:creationId xmlns:a16="http://schemas.microsoft.com/office/drawing/2014/main" id="{E94931A3-6763-F50F-317A-FA091039DB14}"/>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5" name="正方形/長方形 34">
            <a:extLst>
              <a:ext uri="{FF2B5EF4-FFF2-40B4-BE49-F238E27FC236}">
                <a16:creationId xmlns:a16="http://schemas.microsoft.com/office/drawing/2014/main" id="{9700AD76-ABF4-0B6B-342E-1A8326335643}"/>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6" name="正方形/長方形 35">
            <a:extLst>
              <a:ext uri="{FF2B5EF4-FFF2-40B4-BE49-F238E27FC236}">
                <a16:creationId xmlns:a16="http://schemas.microsoft.com/office/drawing/2014/main" id="{F5E8A16A-A809-F056-702E-212A993B356A}"/>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37" name="正方形/長方形 36">
            <a:extLst>
              <a:ext uri="{FF2B5EF4-FFF2-40B4-BE49-F238E27FC236}">
                <a16:creationId xmlns:a16="http://schemas.microsoft.com/office/drawing/2014/main" id="{310A3D09-D418-C4C0-C802-45659A152647}"/>
              </a:ext>
            </a:extLst>
          </p:cNvPr>
          <p:cNvSpPr/>
          <p:nvPr userDrawn="1"/>
        </p:nvSpPr>
        <p:spPr>
          <a:xfrm>
            <a:off x="6435075" y="96529"/>
            <a:ext cx="2304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dirty="0">
                <a:solidFill>
                  <a:schemeClr val="tx1"/>
                </a:solidFill>
                <a:latin typeface="メイリオ" panose="020B0604030504040204" pitchFamily="50" charset="-128"/>
                <a:ea typeface="メイリオ" panose="020B0604030504040204" pitchFamily="50" charset="-128"/>
              </a:rPr>
              <a:t>カスタマーサービス統括部</a:t>
            </a:r>
            <a:r>
              <a:rPr kumimoji="1" lang="ja-JP" altLang="en-US" sz="1100" b="1" dirty="0">
                <a:solidFill>
                  <a:schemeClr val="tx1"/>
                </a:solidFill>
                <a:latin typeface="メイリオ" panose="020B0604030504040204" pitchFamily="50" charset="-128"/>
                <a:ea typeface="メイリオ" panose="020B0604030504040204" pitchFamily="50" charset="-128"/>
              </a:rPr>
              <a:t>部長会</a:t>
            </a:r>
          </a:p>
        </p:txBody>
      </p:sp>
      <p:sp>
        <p:nvSpPr>
          <p:cNvPr id="39" name="正方形/長方形 38">
            <a:extLst>
              <a:ext uri="{FF2B5EF4-FFF2-40B4-BE49-F238E27FC236}">
                <a16:creationId xmlns:a16="http://schemas.microsoft.com/office/drawing/2014/main" id="{A4F7FD3A-814A-76E7-0B8E-DB4A5FF63D7A}"/>
              </a:ext>
            </a:extLst>
          </p:cNvPr>
          <p:cNvSpPr/>
          <p:nvPr userDrawn="1"/>
        </p:nvSpPr>
        <p:spPr>
          <a:xfrm>
            <a:off x="3905131" y="96529"/>
            <a:ext cx="2448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ja-JP" altLang="en-US" sz="1100" b="1" dirty="0">
                <a:solidFill>
                  <a:schemeClr val="tx1"/>
                </a:solidFill>
                <a:latin typeface="メイリオ" panose="020B0604030504040204" pitchFamily="50" charset="-128"/>
                <a:ea typeface="メイリオ" panose="020B0604030504040204" pitchFamily="50" charset="-128"/>
              </a:rPr>
              <a:t>クライアントサービス統括部部長会</a:t>
            </a:r>
          </a:p>
        </p:txBody>
      </p:sp>
      <p:sp>
        <p:nvSpPr>
          <p:cNvPr id="40" name="正方形/長方形 39">
            <a:extLst>
              <a:ext uri="{FF2B5EF4-FFF2-40B4-BE49-F238E27FC236}">
                <a16:creationId xmlns:a16="http://schemas.microsoft.com/office/drawing/2014/main" id="{384A1C3B-AB2D-88A6-E5DF-7D79C0436BA2}"/>
              </a:ext>
            </a:extLst>
          </p:cNvPr>
          <p:cNvSpPr/>
          <p:nvPr userDrawn="1"/>
        </p:nvSpPr>
        <p:spPr>
          <a:xfrm>
            <a:off x="10876660" y="96529"/>
            <a:ext cx="1253032"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ja-JP" altLang="en-US" sz="1100" b="1" dirty="0">
                <a:solidFill>
                  <a:schemeClr val="tx1"/>
                </a:solidFill>
                <a:latin typeface="メイリオ" panose="020B0604030504040204" pitchFamily="50" charset="-128"/>
                <a:ea typeface="メイリオ" panose="020B0604030504040204" pitchFamily="50" charset="-128"/>
              </a:rPr>
              <a:t>直下</a:t>
            </a:r>
            <a:r>
              <a:rPr kumimoji="1" lang="en-US" altLang="ja-JP" sz="1100" b="1" dirty="0">
                <a:solidFill>
                  <a:schemeClr val="tx1"/>
                </a:solidFill>
                <a:latin typeface="メイリオ" panose="020B0604030504040204" pitchFamily="50" charset="-128"/>
                <a:ea typeface="メイリオ" panose="020B0604030504040204" pitchFamily="50" charset="-128"/>
              </a:rPr>
              <a:t>/</a:t>
            </a:r>
            <a:r>
              <a:rPr kumimoji="1" lang="ja-JP" altLang="en-US" sz="1100" b="1" dirty="0">
                <a:solidFill>
                  <a:schemeClr val="tx1"/>
                </a:solidFill>
                <a:latin typeface="メイリオ" panose="020B0604030504040204" pitchFamily="50" charset="-128"/>
                <a:ea typeface="メイリオ" panose="020B0604030504040204" pitchFamily="50" charset="-128"/>
              </a:rPr>
              <a:t>企画部長会</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5" name="正方形/長方形 44">
            <a:extLst>
              <a:ext uri="{FF2B5EF4-FFF2-40B4-BE49-F238E27FC236}">
                <a16:creationId xmlns:a16="http://schemas.microsoft.com/office/drawing/2014/main" id="{E4F8E750-187B-1EC9-4CD3-5A731C3C81BF}"/>
              </a:ext>
            </a:extLst>
          </p:cNvPr>
          <p:cNvSpPr/>
          <p:nvPr userDrawn="1"/>
        </p:nvSpPr>
        <p:spPr>
          <a:xfrm>
            <a:off x="8865354" y="96529"/>
            <a:ext cx="2016000" cy="2664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dirty="0">
                <a:solidFill>
                  <a:schemeClr val="tx1"/>
                </a:solidFill>
                <a:latin typeface="メイリオ" panose="020B0604030504040204" pitchFamily="50" charset="-128"/>
                <a:ea typeface="メイリオ" panose="020B0604030504040204" pitchFamily="50" charset="-128"/>
              </a:rPr>
              <a:t>ソリューション統括部</a:t>
            </a:r>
            <a:r>
              <a:rPr kumimoji="1" lang="ja-JP" altLang="en-US" sz="1100" b="1" dirty="0">
                <a:solidFill>
                  <a:schemeClr val="tx1"/>
                </a:solidFill>
                <a:latin typeface="メイリオ" panose="020B0604030504040204" pitchFamily="50" charset="-128"/>
                <a:ea typeface="メイリオ" panose="020B0604030504040204" pitchFamily="50" charset="-128"/>
              </a:rPr>
              <a:t>部長会</a:t>
            </a: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3" name="フッター プレースホルダー 7">
            <a:extLst>
              <a:ext uri="{FF2B5EF4-FFF2-40B4-BE49-F238E27FC236}">
                <a16:creationId xmlns:a16="http://schemas.microsoft.com/office/drawing/2014/main" id="{157BC63A-6030-DFA6-809A-0F701917939A}"/>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122379770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起案書FMT_営戦">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発表者</a:t>
            </a: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45419D19-512A-55EF-9462-558F410D575D}"/>
              </a:ext>
            </a:extLst>
          </p:cNvPr>
          <p:cNvSpPr/>
          <p:nvPr userDrawn="1"/>
        </p:nvSpPr>
        <p:spPr>
          <a:xfrm>
            <a:off x="2480222" y="1224536"/>
            <a:ext cx="670074"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FB</a:t>
            </a:r>
            <a:r>
              <a:rPr kumimoji="1" lang="ja-JP" altLang="en-US" sz="1100">
                <a:solidFill>
                  <a:schemeClr val="tx1"/>
                </a:solidFill>
                <a:latin typeface="メイリオ" panose="020B0604030504040204" pitchFamily="50" charset="-128"/>
                <a:ea typeface="メイリオ" panose="020B0604030504040204" pitchFamily="50" charset="-128"/>
              </a:rPr>
              <a:t>不要</a:t>
            </a: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3116293"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3874290"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4632287"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2" name="正方形/長方形 1">
            <a:extLst>
              <a:ext uri="{FF2B5EF4-FFF2-40B4-BE49-F238E27FC236}">
                <a16:creationId xmlns:a16="http://schemas.microsoft.com/office/drawing/2014/main" id="{812B928C-13CA-A5CB-4EE4-9425C9F5DA34}"/>
              </a:ext>
            </a:extLst>
          </p:cNvPr>
          <p:cNvSpPr/>
          <p:nvPr userDrawn="1"/>
        </p:nvSpPr>
        <p:spPr>
          <a:xfrm>
            <a:off x="10808531" y="110605"/>
            <a:ext cx="1188000" cy="288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ja-JP" altLang="en-US" sz="1100" b="1">
                <a:solidFill>
                  <a:schemeClr val="tx1"/>
                </a:solidFill>
                <a:latin typeface="メイリオ" panose="020B0604030504040204" pitchFamily="50" charset="-128"/>
                <a:ea typeface="メイリオ" panose="020B0604030504040204" pitchFamily="50" charset="-128"/>
              </a:rPr>
              <a:t>領域営業戦略会</a:t>
            </a:r>
            <a:endParaRPr kumimoji="1" lang="ja-JP" altLang="en-US" sz="1100" b="1">
              <a:solidFill>
                <a:schemeClr val="tx1"/>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8AB5D38F-2B46-5CF9-6B98-0976F159A269}"/>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AA012D9E-614C-FCB2-FDF4-1523CBFBCDF9}"/>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8" name="正方形/長方形 37">
            <a:extLst>
              <a:ext uri="{FF2B5EF4-FFF2-40B4-BE49-F238E27FC236}">
                <a16:creationId xmlns:a16="http://schemas.microsoft.com/office/drawing/2014/main" id="{A1F52A2C-1FFB-434D-8F54-52FE66DD2411}"/>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9" name="正方形/長方形 38">
            <a:extLst>
              <a:ext uri="{FF2B5EF4-FFF2-40B4-BE49-F238E27FC236}">
                <a16:creationId xmlns:a16="http://schemas.microsoft.com/office/drawing/2014/main" id="{00EBF710-D6A8-B008-B765-C4F491C72C6A}"/>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40" name="正方形/長方形 39">
            <a:extLst>
              <a:ext uri="{FF2B5EF4-FFF2-40B4-BE49-F238E27FC236}">
                <a16:creationId xmlns:a16="http://schemas.microsoft.com/office/drawing/2014/main" id="{A829538A-4C7D-B69D-1CD9-4085E3BAA7CD}"/>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32" name="フッター プレースホルダー 7">
            <a:extLst>
              <a:ext uri="{FF2B5EF4-FFF2-40B4-BE49-F238E27FC236}">
                <a16:creationId xmlns:a16="http://schemas.microsoft.com/office/drawing/2014/main" id="{0B304F28-6F11-2D91-098A-2E7FEE635E57}"/>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4086577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起案書FMT_領戦">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5705ED1E-569A-56F0-3775-0C2BEA4BE471}"/>
              </a:ext>
            </a:extLst>
          </p:cNvPr>
          <p:cNvSpPr/>
          <p:nvPr userDrawn="1"/>
        </p:nvSpPr>
        <p:spPr>
          <a:xfrm>
            <a:off x="62306" y="704127"/>
            <a:ext cx="222828" cy="414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件名</a:t>
            </a:r>
          </a:p>
        </p:txBody>
      </p:sp>
      <p:sp>
        <p:nvSpPr>
          <p:cNvPr id="6" name="正方形/長方形 5">
            <a:extLst>
              <a:ext uri="{FF2B5EF4-FFF2-40B4-BE49-F238E27FC236}">
                <a16:creationId xmlns:a16="http://schemas.microsoft.com/office/drawing/2014/main" id="{63B52FEE-C11B-7C30-F27F-A050014EC50B}"/>
              </a:ext>
            </a:extLst>
          </p:cNvPr>
          <p:cNvSpPr/>
          <p:nvPr userDrawn="1"/>
        </p:nvSpPr>
        <p:spPr>
          <a:xfrm>
            <a:off x="62305" y="1118865"/>
            <a:ext cx="222828"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日程</a:t>
            </a:r>
          </a:p>
        </p:txBody>
      </p:sp>
      <p:sp>
        <p:nvSpPr>
          <p:cNvPr id="7" name="正方形/長方形 6">
            <a:extLst>
              <a:ext uri="{FF2B5EF4-FFF2-40B4-BE49-F238E27FC236}">
                <a16:creationId xmlns:a16="http://schemas.microsoft.com/office/drawing/2014/main" id="{D808BE90-363B-4E37-1FEB-16BFB5EE67E7}"/>
              </a:ext>
            </a:extLst>
          </p:cNvPr>
          <p:cNvSpPr/>
          <p:nvPr userDrawn="1"/>
        </p:nvSpPr>
        <p:spPr>
          <a:xfrm>
            <a:off x="62305" y="1555628"/>
            <a:ext cx="223200" cy="510349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起案内容</a:t>
            </a:r>
          </a:p>
        </p:txBody>
      </p:sp>
      <p:sp>
        <p:nvSpPr>
          <p:cNvPr id="8" name="正方形/長方形 7">
            <a:extLst>
              <a:ext uri="{FF2B5EF4-FFF2-40B4-BE49-F238E27FC236}">
                <a16:creationId xmlns:a16="http://schemas.microsoft.com/office/drawing/2014/main" id="{E9983FAA-77AE-CFFC-BEB8-35967B71216F}"/>
              </a:ext>
            </a:extLst>
          </p:cNvPr>
          <p:cNvSpPr/>
          <p:nvPr userDrawn="1"/>
        </p:nvSpPr>
        <p:spPr>
          <a:xfrm>
            <a:off x="7624054" y="702155"/>
            <a:ext cx="234000" cy="85347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起案者</a:t>
            </a:r>
          </a:p>
        </p:txBody>
      </p:sp>
      <p:sp>
        <p:nvSpPr>
          <p:cNvPr id="9" name="正方形/長方形 8">
            <a:extLst>
              <a:ext uri="{FF2B5EF4-FFF2-40B4-BE49-F238E27FC236}">
                <a16:creationId xmlns:a16="http://schemas.microsoft.com/office/drawing/2014/main" id="{8B00F2D7-1D6A-13D3-C248-4E9BB39D800F}"/>
              </a:ext>
            </a:extLst>
          </p:cNvPr>
          <p:cNvSpPr/>
          <p:nvPr userDrawn="1"/>
        </p:nvSpPr>
        <p:spPr>
          <a:xfrm>
            <a:off x="7624052" y="3744577"/>
            <a:ext cx="234001"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論点（議論ポイント）</a:t>
            </a:r>
          </a:p>
        </p:txBody>
      </p:sp>
      <p:sp>
        <p:nvSpPr>
          <p:cNvPr id="10" name="正方形/長方形 9">
            <a:extLst>
              <a:ext uri="{FF2B5EF4-FFF2-40B4-BE49-F238E27FC236}">
                <a16:creationId xmlns:a16="http://schemas.microsoft.com/office/drawing/2014/main" id="{A9BFF385-4595-2911-AFAB-0DA7980B9D60}"/>
              </a:ext>
            </a:extLst>
          </p:cNvPr>
          <p:cNvSpPr/>
          <p:nvPr userDrawn="1"/>
        </p:nvSpPr>
        <p:spPr>
          <a:xfrm>
            <a:off x="7624053" y="5219113"/>
            <a:ext cx="234000"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今後のスケジュール</a:t>
            </a:r>
          </a:p>
        </p:txBody>
      </p:sp>
      <p:sp>
        <p:nvSpPr>
          <p:cNvPr id="11" name="正方形/長方形 10">
            <a:extLst>
              <a:ext uri="{FF2B5EF4-FFF2-40B4-BE49-F238E27FC236}">
                <a16:creationId xmlns:a16="http://schemas.microsoft.com/office/drawing/2014/main" id="{ECF944C6-5E48-E597-1253-6FCC3FF03A3F}"/>
              </a:ext>
            </a:extLst>
          </p:cNvPr>
          <p:cNvSpPr/>
          <p:nvPr userDrawn="1"/>
        </p:nvSpPr>
        <p:spPr>
          <a:xfrm>
            <a:off x="283489" y="704127"/>
            <a:ext cx="7340563" cy="4140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DCB347E8-415E-AC16-8C7D-F5F5797595E2}"/>
              </a:ext>
            </a:extLst>
          </p:cNvPr>
          <p:cNvSpPr/>
          <p:nvPr userDrawn="1"/>
        </p:nvSpPr>
        <p:spPr>
          <a:xfrm>
            <a:off x="7858053" y="704127"/>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文責</a:t>
            </a:r>
            <a:r>
              <a:rPr kumimoji="1" lang="en-US" altLang="ja-JP" sz="1100">
                <a:solidFill>
                  <a:schemeClr val="tx1"/>
                </a:solidFill>
                <a:latin typeface="メイリオ" panose="020B0604030504040204" pitchFamily="50" charset="-128"/>
                <a:ea typeface="メイリオ" panose="020B0604030504040204" pitchFamily="50" charset="-128"/>
              </a:rPr>
              <a:t>※</a:t>
            </a: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13" name="正方形/長方形 12">
            <a:extLst>
              <a:ext uri="{FF2B5EF4-FFF2-40B4-BE49-F238E27FC236}">
                <a16:creationId xmlns:a16="http://schemas.microsoft.com/office/drawing/2014/main" id="{C6EF1E9E-FF3E-905D-C0E5-DD7C3EA5D32F}"/>
              </a:ext>
            </a:extLst>
          </p:cNvPr>
          <p:cNvSpPr/>
          <p:nvPr userDrawn="1"/>
        </p:nvSpPr>
        <p:spPr>
          <a:xfrm>
            <a:off x="7858053" y="917161"/>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発表者</a:t>
            </a: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14" name="正方形/長方形 13">
            <a:extLst>
              <a:ext uri="{FF2B5EF4-FFF2-40B4-BE49-F238E27FC236}">
                <a16:creationId xmlns:a16="http://schemas.microsoft.com/office/drawing/2014/main" id="{4DB35B2E-4A65-5076-BD4C-C3BBE8DC516E}"/>
              </a:ext>
            </a:extLst>
          </p:cNvPr>
          <p:cNvSpPr/>
          <p:nvPr userDrawn="1"/>
        </p:nvSpPr>
        <p:spPr>
          <a:xfrm>
            <a:off x="7858053" y="1130195"/>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陪席者</a:t>
            </a:r>
          </a:p>
        </p:txBody>
      </p:sp>
      <p:sp>
        <p:nvSpPr>
          <p:cNvPr id="15" name="正方形/長方形 14">
            <a:extLst>
              <a:ext uri="{FF2B5EF4-FFF2-40B4-BE49-F238E27FC236}">
                <a16:creationId xmlns:a16="http://schemas.microsoft.com/office/drawing/2014/main" id="{4F216FF4-6227-2140-589C-7AA8C53BCEE2}"/>
              </a:ext>
            </a:extLst>
          </p:cNvPr>
          <p:cNvSpPr/>
          <p:nvPr userDrawn="1"/>
        </p:nvSpPr>
        <p:spPr>
          <a:xfrm>
            <a:off x="7858053" y="1343229"/>
            <a:ext cx="1376945" cy="212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起案担当窓口</a:t>
            </a:r>
          </a:p>
        </p:txBody>
      </p:sp>
      <p:sp>
        <p:nvSpPr>
          <p:cNvPr id="16" name="正方形/長方形 15">
            <a:extLst>
              <a:ext uri="{FF2B5EF4-FFF2-40B4-BE49-F238E27FC236}">
                <a16:creationId xmlns:a16="http://schemas.microsoft.com/office/drawing/2014/main" id="{337D660E-D5AB-46FE-4D45-C90A348A3FEE}"/>
              </a:ext>
            </a:extLst>
          </p:cNvPr>
          <p:cNvSpPr/>
          <p:nvPr userDrawn="1"/>
        </p:nvSpPr>
        <p:spPr>
          <a:xfrm>
            <a:off x="2006285" y="1118125"/>
            <a:ext cx="463771" cy="4367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開示</a:t>
            </a:r>
            <a:endParaRPr kumimoji="1" lang="en-US" altLang="ja-JP" sz="1100">
              <a:solidFill>
                <a:schemeClr val="tx1"/>
              </a:solidFill>
              <a:latin typeface="メイリオ" panose="020B0604030504040204" pitchFamily="50" charset="-128"/>
              <a:ea typeface="メイリオ" panose="020B0604030504040204" pitchFamily="50" charset="-128"/>
            </a:endParaRPr>
          </a:p>
          <a:p>
            <a:pPr algn="ctr"/>
            <a:r>
              <a:rPr kumimoji="1" lang="ja-JP" altLang="en-US" sz="1100">
                <a:solidFill>
                  <a:schemeClr val="tx1"/>
                </a:solidFill>
                <a:latin typeface="メイリオ" panose="020B0604030504040204" pitchFamily="50" charset="-128"/>
                <a:ea typeface="メイリオ" panose="020B0604030504040204" pitchFamily="50" charset="-128"/>
              </a:rPr>
              <a:t>範囲</a:t>
            </a:r>
          </a:p>
        </p:txBody>
      </p:sp>
      <p:sp>
        <p:nvSpPr>
          <p:cNvPr id="17" name="正方形/長方形 16">
            <a:extLst>
              <a:ext uri="{FF2B5EF4-FFF2-40B4-BE49-F238E27FC236}">
                <a16:creationId xmlns:a16="http://schemas.microsoft.com/office/drawing/2014/main" id="{B64F9CBC-9433-7C9C-E374-51B6BA855469}"/>
              </a:ext>
            </a:extLst>
          </p:cNvPr>
          <p:cNvSpPr/>
          <p:nvPr userDrawn="1"/>
        </p:nvSpPr>
        <p:spPr>
          <a:xfrm>
            <a:off x="2470056" y="1118865"/>
            <a:ext cx="5153996"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8" name="正方形/長方形 17">
            <a:extLst>
              <a:ext uri="{FF2B5EF4-FFF2-40B4-BE49-F238E27FC236}">
                <a16:creationId xmlns:a16="http://schemas.microsoft.com/office/drawing/2014/main" id="{0A493309-159E-F30D-A9D3-6075B245F18B}"/>
              </a:ext>
            </a:extLst>
          </p:cNvPr>
          <p:cNvSpPr/>
          <p:nvPr userDrawn="1"/>
        </p:nvSpPr>
        <p:spPr>
          <a:xfrm>
            <a:off x="285505" y="1555629"/>
            <a:ext cx="7338547" cy="510349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19" name="正方形/長方形 18">
            <a:extLst>
              <a:ext uri="{FF2B5EF4-FFF2-40B4-BE49-F238E27FC236}">
                <a16:creationId xmlns:a16="http://schemas.microsoft.com/office/drawing/2014/main" id="{67E2EEA4-88E2-88EB-1267-03AEC263458E}"/>
              </a:ext>
            </a:extLst>
          </p:cNvPr>
          <p:cNvSpPr/>
          <p:nvPr userDrawn="1"/>
        </p:nvSpPr>
        <p:spPr>
          <a:xfrm>
            <a:off x="7858053" y="3744577"/>
            <a:ext cx="4271640" cy="147433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0" name="正方形/長方形 19">
            <a:extLst>
              <a:ext uri="{FF2B5EF4-FFF2-40B4-BE49-F238E27FC236}">
                <a16:creationId xmlns:a16="http://schemas.microsoft.com/office/drawing/2014/main" id="{A33CE0E9-E512-79DE-C156-FA467DBD3E52}"/>
              </a:ext>
            </a:extLst>
          </p:cNvPr>
          <p:cNvSpPr/>
          <p:nvPr userDrawn="1"/>
        </p:nvSpPr>
        <p:spPr>
          <a:xfrm>
            <a:off x="7858053" y="5219125"/>
            <a:ext cx="4271639" cy="144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21" name="正方形/長方形 20">
            <a:extLst>
              <a:ext uri="{FF2B5EF4-FFF2-40B4-BE49-F238E27FC236}">
                <a16:creationId xmlns:a16="http://schemas.microsoft.com/office/drawing/2014/main" id="{985C0C59-5DF9-7B50-1407-59FE5EA29238}"/>
              </a:ext>
            </a:extLst>
          </p:cNvPr>
          <p:cNvSpPr/>
          <p:nvPr userDrawn="1"/>
        </p:nvSpPr>
        <p:spPr>
          <a:xfrm>
            <a:off x="9234996" y="702156"/>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2" name="正方形/長方形 21">
            <a:extLst>
              <a:ext uri="{FF2B5EF4-FFF2-40B4-BE49-F238E27FC236}">
                <a16:creationId xmlns:a16="http://schemas.microsoft.com/office/drawing/2014/main" id="{E3A81267-4D66-6420-AE1C-95866EC39D9E}"/>
              </a:ext>
            </a:extLst>
          </p:cNvPr>
          <p:cNvSpPr/>
          <p:nvPr userDrawn="1"/>
        </p:nvSpPr>
        <p:spPr>
          <a:xfrm>
            <a:off x="9234996" y="915847"/>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3" name="正方形/長方形 22">
            <a:extLst>
              <a:ext uri="{FF2B5EF4-FFF2-40B4-BE49-F238E27FC236}">
                <a16:creationId xmlns:a16="http://schemas.microsoft.com/office/drawing/2014/main" id="{45F49DF3-60C9-F69A-D318-3C4F7BB5DC1A}"/>
              </a:ext>
            </a:extLst>
          </p:cNvPr>
          <p:cNvSpPr/>
          <p:nvPr userDrawn="1"/>
        </p:nvSpPr>
        <p:spPr>
          <a:xfrm>
            <a:off x="9234996" y="1129538"/>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4" name="正方形/長方形 23">
            <a:extLst>
              <a:ext uri="{FF2B5EF4-FFF2-40B4-BE49-F238E27FC236}">
                <a16:creationId xmlns:a16="http://schemas.microsoft.com/office/drawing/2014/main" id="{E897E7CA-C774-D2DD-3A9C-5EB9838557E0}"/>
              </a:ext>
            </a:extLst>
          </p:cNvPr>
          <p:cNvSpPr/>
          <p:nvPr userDrawn="1"/>
        </p:nvSpPr>
        <p:spPr>
          <a:xfrm>
            <a:off x="9234996" y="1343229"/>
            <a:ext cx="2894696" cy="212400"/>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5" name="正方形/長方形 24">
            <a:extLst>
              <a:ext uri="{FF2B5EF4-FFF2-40B4-BE49-F238E27FC236}">
                <a16:creationId xmlns:a16="http://schemas.microsoft.com/office/drawing/2014/main" id="{AD9DE1C1-8CD9-3622-8A8F-335B7667F507}"/>
              </a:ext>
            </a:extLst>
          </p:cNvPr>
          <p:cNvSpPr/>
          <p:nvPr userDrawn="1"/>
        </p:nvSpPr>
        <p:spPr>
          <a:xfrm>
            <a:off x="283490" y="1118865"/>
            <a:ext cx="1722795" cy="436763"/>
          </a:xfrm>
          <a:prstGeom prst="rect">
            <a:avLst/>
          </a:prstGeom>
          <a:solidFill>
            <a:schemeClr val="accent1">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26" name="正方形/長方形 25">
            <a:extLst>
              <a:ext uri="{FF2B5EF4-FFF2-40B4-BE49-F238E27FC236}">
                <a16:creationId xmlns:a16="http://schemas.microsoft.com/office/drawing/2014/main" id="{45419D19-512A-55EF-9462-558F410D575D}"/>
              </a:ext>
            </a:extLst>
          </p:cNvPr>
          <p:cNvSpPr/>
          <p:nvPr userDrawn="1"/>
        </p:nvSpPr>
        <p:spPr>
          <a:xfrm>
            <a:off x="2480222" y="1224536"/>
            <a:ext cx="670074"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FB</a:t>
            </a:r>
            <a:r>
              <a:rPr kumimoji="1" lang="ja-JP" altLang="en-US" sz="1100">
                <a:solidFill>
                  <a:schemeClr val="tx1"/>
                </a:solidFill>
                <a:latin typeface="メイリオ" panose="020B0604030504040204" pitchFamily="50" charset="-128"/>
                <a:ea typeface="メイリオ" panose="020B0604030504040204" pitchFamily="50" charset="-128"/>
              </a:rPr>
              <a:t>不要</a:t>
            </a:r>
          </a:p>
        </p:txBody>
      </p:sp>
      <p:sp>
        <p:nvSpPr>
          <p:cNvPr id="27" name="正方形/長方形 26">
            <a:extLst>
              <a:ext uri="{FF2B5EF4-FFF2-40B4-BE49-F238E27FC236}">
                <a16:creationId xmlns:a16="http://schemas.microsoft.com/office/drawing/2014/main" id="{1B33EAD7-7786-0EBC-7805-1F6221AC6184}"/>
              </a:ext>
            </a:extLst>
          </p:cNvPr>
          <p:cNvSpPr/>
          <p:nvPr userDrawn="1"/>
        </p:nvSpPr>
        <p:spPr>
          <a:xfrm>
            <a:off x="4261326"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部長以上</a:t>
            </a:r>
          </a:p>
        </p:txBody>
      </p:sp>
      <p:sp>
        <p:nvSpPr>
          <p:cNvPr id="28" name="正方形/長方形 27">
            <a:extLst>
              <a:ext uri="{FF2B5EF4-FFF2-40B4-BE49-F238E27FC236}">
                <a16:creationId xmlns:a16="http://schemas.microsoft.com/office/drawing/2014/main" id="{451D4C64-C166-DE1B-55D2-E8CCFE9BBDF4}"/>
              </a:ext>
            </a:extLst>
          </p:cNvPr>
          <p:cNvSpPr/>
          <p:nvPr userDrawn="1"/>
        </p:nvSpPr>
        <p:spPr>
          <a:xfrm>
            <a:off x="5014841" y="1224536"/>
            <a:ext cx="792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a:solidFill>
                  <a:schemeClr val="tx1"/>
                </a:solidFill>
                <a:latin typeface="メイリオ" panose="020B0604030504040204" pitchFamily="50" charset="-128"/>
                <a:ea typeface="メイリオ" panose="020B0604030504040204" pitchFamily="50" charset="-128"/>
              </a:rPr>
              <a:t>GM</a:t>
            </a:r>
            <a:r>
              <a:rPr kumimoji="1" lang="ja-JP" altLang="en-US" sz="1100">
                <a:solidFill>
                  <a:schemeClr val="tx1"/>
                </a:solidFill>
                <a:latin typeface="メイリオ" panose="020B0604030504040204" pitchFamily="50" charset="-128"/>
                <a:ea typeface="メイリオ" panose="020B0604030504040204" pitchFamily="50" charset="-128"/>
              </a:rPr>
              <a:t>以上</a:t>
            </a:r>
          </a:p>
        </p:txBody>
      </p:sp>
      <p:sp>
        <p:nvSpPr>
          <p:cNvPr id="29" name="正方形/長方形 28">
            <a:extLst>
              <a:ext uri="{FF2B5EF4-FFF2-40B4-BE49-F238E27FC236}">
                <a16:creationId xmlns:a16="http://schemas.microsoft.com/office/drawing/2014/main" id="{28EAFF33-F691-B459-D0B9-D3E66638BEDE}"/>
              </a:ext>
            </a:extLst>
          </p:cNvPr>
          <p:cNvSpPr/>
          <p:nvPr userDrawn="1"/>
        </p:nvSpPr>
        <p:spPr>
          <a:xfrm>
            <a:off x="5768357" y="1224536"/>
            <a:ext cx="932443"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メンバー迄</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1" name="正方形/長方形 30">
            <a:extLst>
              <a:ext uri="{FF2B5EF4-FFF2-40B4-BE49-F238E27FC236}">
                <a16:creationId xmlns:a16="http://schemas.microsoft.com/office/drawing/2014/main" id="{C83666F6-7F62-46F4-7685-7F053DC6B1CD}"/>
              </a:ext>
            </a:extLst>
          </p:cNvPr>
          <p:cNvSpPr/>
          <p:nvPr userDrawn="1"/>
        </p:nvSpPr>
        <p:spPr>
          <a:xfrm>
            <a:off x="1714418" y="399311"/>
            <a:ext cx="686213" cy="24336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種別</a:t>
            </a:r>
          </a:p>
        </p:txBody>
      </p:sp>
      <p:sp>
        <p:nvSpPr>
          <p:cNvPr id="41" name="正方形/長方形 40">
            <a:extLst>
              <a:ext uri="{FF2B5EF4-FFF2-40B4-BE49-F238E27FC236}">
                <a16:creationId xmlns:a16="http://schemas.microsoft.com/office/drawing/2014/main" id="{E632A358-7C77-8101-BAD5-7EC29DEACF5B}"/>
              </a:ext>
            </a:extLst>
          </p:cNvPr>
          <p:cNvSpPr/>
          <p:nvPr userDrawn="1"/>
        </p:nvSpPr>
        <p:spPr>
          <a:xfrm>
            <a:off x="183875" y="208722"/>
            <a:ext cx="1323134" cy="40227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a:solidFill>
                  <a:schemeClr val="tx1"/>
                </a:solidFill>
                <a:latin typeface="メイリオ" panose="020B0604030504040204" pitchFamily="50" charset="-128"/>
                <a:ea typeface="メイリオ" panose="020B0604030504040204" pitchFamily="50" charset="-128"/>
              </a:rPr>
              <a:t>起案書</a:t>
            </a:r>
          </a:p>
        </p:txBody>
      </p:sp>
      <p:sp>
        <p:nvSpPr>
          <p:cNvPr id="43" name="正方形/長方形 42">
            <a:extLst>
              <a:ext uri="{FF2B5EF4-FFF2-40B4-BE49-F238E27FC236}">
                <a16:creationId xmlns:a16="http://schemas.microsoft.com/office/drawing/2014/main" id="{44A96332-81EC-630F-45DA-E43C18C15194}"/>
              </a:ext>
            </a:extLst>
          </p:cNvPr>
          <p:cNvSpPr/>
          <p:nvPr userDrawn="1"/>
        </p:nvSpPr>
        <p:spPr>
          <a:xfrm>
            <a:off x="7624052" y="1560373"/>
            <a:ext cx="234001"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lIns="0" tIns="0" rIns="0" bIns="0"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起案背景・目的</a:t>
            </a:r>
          </a:p>
        </p:txBody>
      </p:sp>
      <p:sp>
        <p:nvSpPr>
          <p:cNvPr id="44" name="正方形/長方形 43">
            <a:extLst>
              <a:ext uri="{FF2B5EF4-FFF2-40B4-BE49-F238E27FC236}">
                <a16:creationId xmlns:a16="http://schemas.microsoft.com/office/drawing/2014/main" id="{A9F4546B-ED96-C581-5837-655003E985D2}"/>
              </a:ext>
            </a:extLst>
          </p:cNvPr>
          <p:cNvSpPr/>
          <p:nvPr userDrawn="1"/>
        </p:nvSpPr>
        <p:spPr>
          <a:xfrm>
            <a:off x="7858053" y="1560373"/>
            <a:ext cx="4271640" cy="218399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200">
              <a:solidFill>
                <a:schemeClr val="tx1"/>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6A7C5E47-1DE1-F209-7347-5A99C4F1AB93}"/>
              </a:ext>
            </a:extLst>
          </p:cNvPr>
          <p:cNvSpPr txBox="1"/>
          <p:nvPr userDrawn="1"/>
        </p:nvSpPr>
        <p:spPr>
          <a:xfrm>
            <a:off x="9963557" y="486535"/>
            <a:ext cx="2228444" cy="246221"/>
          </a:xfrm>
          <a:prstGeom prst="rect">
            <a:avLst/>
          </a:prstGeom>
          <a:noFill/>
        </p:spPr>
        <p:txBody>
          <a:bodyPr wrap="square" rtlCol="0">
            <a:spAutoFit/>
          </a:bodyPr>
          <a:lstStyle/>
          <a:p>
            <a:r>
              <a:rPr kumimoji="1" lang="ja-JP" altLang="en-US" sz="1000" b="1">
                <a:solidFill>
                  <a:srgbClr val="FF0000"/>
                </a:solidFill>
                <a:latin typeface="メイリオ" panose="020B0604030504040204" pitchFamily="50" charset="-128"/>
                <a:ea typeface="メイリオ" panose="020B0604030504040204" pitchFamily="50" charset="-128"/>
              </a:rPr>
              <a:t>フォントサイズは</a:t>
            </a:r>
            <a:r>
              <a:rPr kumimoji="1" lang="en-US" altLang="ja-JP" sz="1000" b="1">
                <a:solidFill>
                  <a:srgbClr val="FF0000"/>
                </a:solidFill>
                <a:latin typeface="メイリオ" panose="020B0604030504040204" pitchFamily="50" charset="-128"/>
                <a:ea typeface="メイリオ" panose="020B0604030504040204" pitchFamily="50" charset="-128"/>
              </a:rPr>
              <a:t>【Min10】</a:t>
            </a:r>
            <a:r>
              <a:rPr kumimoji="1" lang="ja-JP" altLang="en-US" sz="1000" b="1">
                <a:solidFill>
                  <a:srgbClr val="FF0000"/>
                </a:solidFill>
                <a:latin typeface="メイリオ" panose="020B0604030504040204" pitchFamily="50" charset="-128"/>
                <a:ea typeface="メイリオ" panose="020B0604030504040204" pitchFamily="50" charset="-128"/>
              </a:rPr>
              <a:t>厳守</a:t>
            </a:r>
          </a:p>
        </p:txBody>
      </p:sp>
      <p:sp>
        <p:nvSpPr>
          <p:cNvPr id="30" name="正方形/長方形 29">
            <a:extLst>
              <a:ext uri="{FF2B5EF4-FFF2-40B4-BE49-F238E27FC236}">
                <a16:creationId xmlns:a16="http://schemas.microsoft.com/office/drawing/2014/main" id="{3EEA7373-BC88-A861-C39B-30D3F6AF2B04}"/>
              </a:ext>
            </a:extLst>
          </p:cNvPr>
          <p:cNvSpPr/>
          <p:nvPr userDrawn="1"/>
        </p:nvSpPr>
        <p:spPr>
          <a:xfrm>
            <a:off x="10268531" y="110605"/>
            <a:ext cx="1728000" cy="288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kumimoji="1" lang="ja-JP" altLang="en-US" sz="1100" b="1">
                <a:solidFill>
                  <a:schemeClr val="tx1"/>
                </a:solidFill>
                <a:latin typeface="メイリオ" panose="020B0604030504040204" pitchFamily="50" charset="-128"/>
                <a:ea typeface="メイリオ" panose="020B0604030504040204" pitchFamily="50" charset="-128"/>
              </a:rPr>
              <a:t>領域戦略会</a:t>
            </a:r>
            <a:r>
              <a:rPr kumimoji="1" lang="en-US" altLang="ja-JP" sz="1100" b="1">
                <a:solidFill>
                  <a:schemeClr val="tx1"/>
                </a:solidFill>
                <a:latin typeface="メイリオ" panose="020B0604030504040204" pitchFamily="50" charset="-128"/>
                <a:ea typeface="メイリオ" panose="020B0604030504040204" pitchFamily="50" charset="-128"/>
              </a:rPr>
              <a:t>(</a:t>
            </a:r>
            <a:r>
              <a:rPr kumimoji="1" lang="ja-JP" altLang="en-US" sz="1100" b="1">
                <a:solidFill>
                  <a:schemeClr val="tx1"/>
                </a:solidFill>
                <a:latin typeface="メイリオ" panose="020B0604030504040204" pitchFamily="50" charset="-128"/>
                <a:ea typeface="メイリオ" panose="020B0604030504040204" pitchFamily="50" charset="-128"/>
              </a:rPr>
              <a:t>戦略・計画</a:t>
            </a:r>
            <a:r>
              <a:rPr kumimoji="1" lang="en-US" altLang="ja-JP" sz="1100" b="1">
                <a:solidFill>
                  <a:schemeClr val="tx1"/>
                </a:solidFill>
                <a:latin typeface="メイリオ" panose="020B0604030504040204" pitchFamily="50" charset="-128"/>
                <a:ea typeface="メイリオ" panose="020B0604030504040204" pitchFamily="50" charset="-128"/>
              </a:rPr>
              <a:t>)</a:t>
            </a:r>
            <a:endParaRPr kumimoji="1" lang="ja-JP" altLang="en-US" sz="1100" b="1">
              <a:solidFill>
                <a:schemeClr val="tx1"/>
              </a:solidFill>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8AB5D38F-2B46-5CF9-6B98-0976F159A269}"/>
              </a:ext>
            </a:extLst>
          </p:cNvPr>
          <p:cNvSpPr/>
          <p:nvPr userDrawn="1"/>
        </p:nvSpPr>
        <p:spPr>
          <a:xfrm>
            <a:off x="242489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7" name="正方形/長方形 36">
            <a:extLst>
              <a:ext uri="{FF2B5EF4-FFF2-40B4-BE49-F238E27FC236}">
                <a16:creationId xmlns:a16="http://schemas.microsoft.com/office/drawing/2014/main" id="{AA012D9E-614C-FCB2-FDF4-1523CBFBCDF9}"/>
              </a:ext>
            </a:extLst>
          </p:cNvPr>
          <p:cNvSpPr/>
          <p:nvPr userDrawn="1"/>
        </p:nvSpPr>
        <p:spPr>
          <a:xfrm>
            <a:off x="3956621"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資料のみ決議</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38" name="正方形/長方形 37">
            <a:extLst>
              <a:ext uri="{FF2B5EF4-FFF2-40B4-BE49-F238E27FC236}">
                <a16:creationId xmlns:a16="http://schemas.microsoft.com/office/drawing/2014/main" id="{A1F52A2C-1FFB-434D-8F54-52FE66DD2411}"/>
              </a:ext>
            </a:extLst>
          </p:cNvPr>
          <p:cNvSpPr/>
          <p:nvPr userDrawn="1"/>
        </p:nvSpPr>
        <p:spPr>
          <a:xfrm>
            <a:off x="2935471"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審議</a:t>
            </a:r>
          </a:p>
        </p:txBody>
      </p:sp>
      <p:sp>
        <p:nvSpPr>
          <p:cNvPr id="39" name="正方形/長方形 38">
            <a:extLst>
              <a:ext uri="{FF2B5EF4-FFF2-40B4-BE49-F238E27FC236}">
                <a16:creationId xmlns:a16="http://schemas.microsoft.com/office/drawing/2014/main" id="{00EBF710-D6A8-B008-B765-C4F491C72C6A}"/>
              </a:ext>
            </a:extLst>
          </p:cNvPr>
          <p:cNvSpPr/>
          <p:nvPr userDrawn="1"/>
        </p:nvSpPr>
        <p:spPr>
          <a:xfrm>
            <a:off x="5043197" y="430993"/>
            <a:ext cx="1044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100">
                <a:solidFill>
                  <a:schemeClr val="tx1"/>
                </a:solidFill>
                <a:latin typeface="メイリオ" panose="020B0604030504040204" pitchFamily="50" charset="-128"/>
                <a:ea typeface="メイリオ" panose="020B0604030504040204" pitchFamily="50" charset="-128"/>
              </a:rPr>
              <a:t>資料のみ報告</a:t>
            </a:r>
            <a:endParaRPr kumimoji="1" lang="ja-JP" altLang="en-US" sz="1100">
              <a:solidFill>
                <a:schemeClr val="tx1"/>
              </a:solidFill>
              <a:latin typeface="メイリオ" panose="020B0604030504040204" pitchFamily="50" charset="-128"/>
              <a:ea typeface="メイリオ" panose="020B0604030504040204" pitchFamily="50" charset="-128"/>
            </a:endParaRPr>
          </a:p>
        </p:txBody>
      </p:sp>
      <p:sp>
        <p:nvSpPr>
          <p:cNvPr id="40" name="正方形/長方形 39">
            <a:extLst>
              <a:ext uri="{FF2B5EF4-FFF2-40B4-BE49-F238E27FC236}">
                <a16:creationId xmlns:a16="http://schemas.microsoft.com/office/drawing/2014/main" id="{A829538A-4C7D-B69D-1CD9-4085E3BAA7CD}"/>
              </a:ext>
            </a:extLst>
          </p:cNvPr>
          <p:cNvSpPr/>
          <p:nvPr userDrawn="1"/>
        </p:nvSpPr>
        <p:spPr>
          <a:xfrm>
            <a:off x="3446046" y="430993"/>
            <a:ext cx="468000" cy="18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報告</a:t>
            </a:r>
          </a:p>
        </p:txBody>
      </p:sp>
      <p:sp>
        <p:nvSpPr>
          <p:cNvPr id="42" name="正方形/長方形 41">
            <a:extLst>
              <a:ext uri="{FF2B5EF4-FFF2-40B4-BE49-F238E27FC236}">
                <a16:creationId xmlns:a16="http://schemas.microsoft.com/office/drawing/2014/main" id="{B05F8769-1E62-0C4D-6351-F36D3EC57E7C}"/>
              </a:ext>
            </a:extLst>
          </p:cNvPr>
          <p:cNvSpPr/>
          <p:nvPr userDrawn="1"/>
        </p:nvSpPr>
        <p:spPr>
          <a:xfrm>
            <a:off x="3111811" y="1224536"/>
            <a:ext cx="1188000" cy="2085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a:solidFill>
                  <a:schemeClr val="tx1"/>
                </a:solidFill>
                <a:latin typeface="メイリオ" panose="020B0604030504040204" pitchFamily="50" charset="-128"/>
                <a:ea typeface="メイリオ" panose="020B0604030504040204" pitchFamily="50" charset="-128"/>
              </a:rPr>
              <a:t>統括部長以上</a:t>
            </a:r>
          </a:p>
        </p:txBody>
      </p:sp>
      <p:sp>
        <p:nvSpPr>
          <p:cNvPr id="32" name="フッター プレースホルダー 7">
            <a:extLst>
              <a:ext uri="{FF2B5EF4-FFF2-40B4-BE49-F238E27FC236}">
                <a16:creationId xmlns:a16="http://schemas.microsoft.com/office/drawing/2014/main" id="{0B304F28-6F11-2D91-098A-2E7FEE635E57}"/>
              </a:ext>
            </a:extLst>
          </p:cNvPr>
          <p:cNvSpPr>
            <a:spLocks noGrp="1"/>
          </p:cNvSpPr>
          <p:nvPr>
            <p:ph type="ftr" sz="quarter" idx="3"/>
          </p:nvPr>
        </p:nvSpPr>
        <p:spPr>
          <a:xfrm>
            <a:off x="4038600" y="6548434"/>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Tree>
    <p:extLst>
      <p:ext uri="{BB962C8B-B14F-4D97-AF65-F5344CB8AC3E}">
        <p14:creationId xmlns:p14="http://schemas.microsoft.com/office/powerpoint/2010/main" val="942083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コンテンツ_1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11447462"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9">
            <a:extLst>
              <a:ext uri="{FF2B5EF4-FFF2-40B4-BE49-F238E27FC236}">
                <a16:creationId xmlns:a16="http://schemas.microsoft.com/office/drawing/2014/main" id="{1B79DA71-214B-8E78-513A-679C033B9CFD}"/>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
        <p:nvSpPr>
          <p:cNvPr id="10" name="フッター プレースホルダー 7">
            <a:extLst>
              <a:ext uri="{FF2B5EF4-FFF2-40B4-BE49-F238E27FC236}">
                <a16:creationId xmlns:a16="http://schemas.microsoft.com/office/drawing/2014/main" id="{1BF5882D-4DDC-8125-937E-6786E4A6C57C}"/>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11" name="スライド番号プレースホルダー 8">
            <a:extLst>
              <a:ext uri="{FF2B5EF4-FFF2-40B4-BE49-F238E27FC236}">
                <a16:creationId xmlns:a16="http://schemas.microsoft.com/office/drawing/2014/main" id="{0696E47F-D7F9-AE7B-0710-10E75C234EBB}"/>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26391413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コンテンツ_2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5544000"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26407B70-4857-AC66-381E-615EF0A74FE7}"/>
              </a:ext>
            </a:extLst>
          </p:cNvPr>
          <p:cNvSpPr>
            <a:spLocks noGrp="1"/>
          </p:cNvSpPr>
          <p:nvPr>
            <p:ph sz="quarter" idx="15" hasCustomPrompt="1"/>
          </p:nvPr>
        </p:nvSpPr>
        <p:spPr>
          <a:xfrm>
            <a:off x="6262399" y="863999"/>
            <a:ext cx="5544000" cy="4824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2" name="テキスト プレースホルダー 9">
            <a:extLst>
              <a:ext uri="{FF2B5EF4-FFF2-40B4-BE49-F238E27FC236}">
                <a16:creationId xmlns:a16="http://schemas.microsoft.com/office/drawing/2014/main" id="{A99BB804-9BC2-1997-62C4-E0FD020C769A}"/>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
        <p:nvSpPr>
          <p:cNvPr id="5" name="フッター プレースホルダー 7">
            <a:extLst>
              <a:ext uri="{FF2B5EF4-FFF2-40B4-BE49-F238E27FC236}">
                <a16:creationId xmlns:a16="http://schemas.microsoft.com/office/drawing/2014/main" id="{FD12583F-17BD-122E-069B-61E4F807528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CFF2E6F3-F95B-E765-5B0C-45866F21612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411318810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_3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AEA2E90D-7DBF-A346-42AD-2A7868E1E8BF}"/>
              </a:ext>
            </a:extLst>
          </p:cNvPr>
          <p:cNvSpPr>
            <a:spLocks noGrp="1"/>
          </p:cNvSpPr>
          <p:nvPr>
            <p:ph sz="quarter" idx="15" hasCustomPrompt="1"/>
          </p:nvPr>
        </p:nvSpPr>
        <p:spPr>
          <a:xfrm>
            <a:off x="4284000"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89FFF393-0F16-2A7B-D94F-78658838AA06}"/>
              </a:ext>
            </a:extLst>
          </p:cNvPr>
          <p:cNvSpPr>
            <a:spLocks noGrp="1"/>
          </p:cNvSpPr>
          <p:nvPr>
            <p:ph sz="quarter" idx="16" hasCustomPrompt="1"/>
          </p:nvPr>
        </p:nvSpPr>
        <p:spPr>
          <a:xfrm>
            <a:off x="8208000" y="863999"/>
            <a:ext cx="3600000" cy="4752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4" name="テキスト プレースホルダー 9">
            <a:extLst>
              <a:ext uri="{FF2B5EF4-FFF2-40B4-BE49-F238E27FC236}">
                <a16:creationId xmlns:a16="http://schemas.microsoft.com/office/drawing/2014/main" id="{8E596397-9540-F4AB-17D9-E08AAB3BE9C8}"/>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Meiryo" panose="020B0604030504040204" pitchFamily="34" charset="-128"/>
                <a:ea typeface="Meiryo" panose="020B0604030504040204" pitchFamily="34" charset="-128"/>
              </a:defRPr>
            </a:lvl1pPr>
          </a:lstStyle>
          <a:p>
            <a:pPr lvl="0"/>
            <a:r>
              <a:rPr kumimoji="1" lang="ja-JP" altLang="en-US"/>
              <a:t>タイトルを入力</a:t>
            </a:r>
          </a:p>
        </p:txBody>
      </p:sp>
      <p:sp>
        <p:nvSpPr>
          <p:cNvPr id="4" name="フッター プレースホルダー 7">
            <a:extLst>
              <a:ext uri="{FF2B5EF4-FFF2-40B4-BE49-F238E27FC236}">
                <a16:creationId xmlns:a16="http://schemas.microsoft.com/office/drawing/2014/main" id="{290620CE-502E-21AC-F387-741FE77327D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7D55CCBC-2073-F9C4-3B52-C9B48DC458A2}"/>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153019733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コンテンツ_2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11447462"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E3998644-1180-AFE7-65A2-5BF7DCB4E902}"/>
              </a:ext>
            </a:extLst>
          </p:cNvPr>
          <p:cNvSpPr>
            <a:spLocks noGrp="1"/>
          </p:cNvSpPr>
          <p:nvPr>
            <p:ph sz="quarter" idx="15" hasCustomPrompt="1"/>
          </p:nvPr>
        </p:nvSpPr>
        <p:spPr>
          <a:xfrm>
            <a:off x="360000" y="3420000"/>
            <a:ext cx="11447462"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42B81BFB-8194-C954-A7F6-907B71A2B421}"/>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4E753DAF-B9F1-B60A-116C-DD8BD6819FA0}"/>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A072AF67-6B51-411D-BE5D-D3FE0BF10FD2}"/>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Meiryo" panose="020B0604030504040204" pitchFamily="34" charset="-128"/>
                <a:ea typeface="Meiryo" panose="020B0604030504040204" pitchFamily="34" charset="-128"/>
              </a:defRPr>
            </a:lvl1pPr>
          </a:lstStyle>
          <a:p>
            <a:pPr lvl="0"/>
            <a:r>
              <a:rPr kumimoji="1" lang="ja-JP" altLang="en-US"/>
              <a:t>タイトルを入力</a:t>
            </a:r>
          </a:p>
        </p:txBody>
      </p:sp>
    </p:spTree>
    <p:extLst>
      <p:ext uri="{BB962C8B-B14F-4D97-AF65-F5344CB8AC3E}">
        <p14:creationId xmlns:p14="http://schemas.microsoft.com/office/powerpoint/2010/main" val="30740057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コンテンツ_3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4000"/>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1ABA03F6-6045-70F7-CDC2-6CE6819DF448}"/>
              </a:ext>
            </a:extLst>
          </p:cNvPr>
          <p:cNvSpPr>
            <a:spLocks noGrp="1"/>
          </p:cNvSpPr>
          <p:nvPr>
            <p:ph sz="quarter" idx="15" hasCustomPrompt="1"/>
          </p:nvPr>
        </p:nvSpPr>
        <p:spPr>
          <a:xfrm>
            <a:off x="360363" y="2558726"/>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1AC31A9C-4ABE-9FA1-3859-F52F3954F008}"/>
              </a:ext>
            </a:extLst>
          </p:cNvPr>
          <p:cNvSpPr>
            <a:spLocks noGrp="1"/>
          </p:cNvSpPr>
          <p:nvPr>
            <p:ph sz="quarter" idx="16" hasCustomPrompt="1"/>
          </p:nvPr>
        </p:nvSpPr>
        <p:spPr>
          <a:xfrm>
            <a:off x="360363" y="4281161"/>
            <a:ext cx="11447462" cy="1475999"/>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テキスト ボックス 1">
            <a:extLst>
              <a:ext uri="{FF2B5EF4-FFF2-40B4-BE49-F238E27FC236}">
                <a16:creationId xmlns:a16="http://schemas.microsoft.com/office/drawing/2014/main" id="{68401441-2D33-D885-1746-E00CD7887FF5}"/>
              </a:ext>
            </a:extLst>
          </p:cNvPr>
          <p:cNvSpPr txBox="1"/>
          <p:nvPr userDrawn="1"/>
        </p:nvSpPr>
        <p:spPr>
          <a:xfrm>
            <a:off x="2881745" y="6151418"/>
            <a:ext cx="0" cy="0"/>
          </a:xfrm>
          <a:prstGeom prst="rect">
            <a:avLst/>
          </a:prstGeom>
          <a:noFill/>
        </p:spPr>
        <p:txBody>
          <a:bodyPr wrap="none" lIns="108000" rIns="90000" rtlCol="0">
            <a:normAutofit fontScale="25000" lnSpcReduction="20000"/>
          </a:bodyPr>
          <a:lstStyle/>
          <a:p>
            <a:pPr algn="l"/>
            <a:endParaRPr kumimoji="1" lang="ja-JP" altLang="en-US" b="0" i="0">
              <a:solidFill>
                <a:schemeClr val="bg1"/>
              </a:solidFill>
              <a:ea typeface="Meiryo" panose="020B0604030504040204" pitchFamily="34" charset="-128"/>
            </a:endParaRPr>
          </a:p>
        </p:txBody>
      </p:sp>
      <p:sp>
        <p:nvSpPr>
          <p:cNvPr id="4" name="フッター プレースホルダー 7">
            <a:extLst>
              <a:ext uri="{FF2B5EF4-FFF2-40B4-BE49-F238E27FC236}">
                <a16:creationId xmlns:a16="http://schemas.microsoft.com/office/drawing/2014/main" id="{DDB7B6FC-EF1B-FA30-9341-598243B5E343}"/>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BFA9BBEB-00A7-CE86-9CBA-893C4B1DEC12}"/>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1" name="テキスト プレースホルダー 9">
            <a:extLst>
              <a:ext uri="{FF2B5EF4-FFF2-40B4-BE49-F238E27FC236}">
                <a16:creationId xmlns:a16="http://schemas.microsoft.com/office/drawing/2014/main" id="{D3CE861F-6D80-4315-BABD-3584B337C1D5}"/>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52683521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コンテンツ_2カラム_2行">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863999"/>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2" name="コンテンツ プレースホルダー 2">
            <a:extLst>
              <a:ext uri="{FF2B5EF4-FFF2-40B4-BE49-F238E27FC236}">
                <a16:creationId xmlns:a16="http://schemas.microsoft.com/office/drawing/2014/main" id="{E3998644-1180-AFE7-65A2-5BF7DCB4E902}"/>
              </a:ext>
            </a:extLst>
          </p:cNvPr>
          <p:cNvSpPr>
            <a:spLocks noGrp="1"/>
          </p:cNvSpPr>
          <p:nvPr>
            <p:ph sz="quarter" idx="15" hasCustomPrompt="1"/>
          </p:nvPr>
        </p:nvSpPr>
        <p:spPr>
          <a:xfrm>
            <a:off x="360000" y="3384000"/>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9" name="コンテンツ プレースホルダー 2">
            <a:extLst>
              <a:ext uri="{FF2B5EF4-FFF2-40B4-BE49-F238E27FC236}">
                <a16:creationId xmlns:a16="http://schemas.microsoft.com/office/drawing/2014/main" id="{45CE943F-8DFF-0A0E-09CA-3014B00BB782}"/>
              </a:ext>
            </a:extLst>
          </p:cNvPr>
          <p:cNvSpPr>
            <a:spLocks noGrp="1"/>
          </p:cNvSpPr>
          <p:nvPr>
            <p:ph sz="quarter" idx="16" hasCustomPrompt="1"/>
          </p:nvPr>
        </p:nvSpPr>
        <p:spPr>
          <a:xfrm>
            <a:off x="6264000" y="863999"/>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0" name="コンテンツ プレースホルダー 2">
            <a:extLst>
              <a:ext uri="{FF2B5EF4-FFF2-40B4-BE49-F238E27FC236}">
                <a16:creationId xmlns:a16="http://schemas.microsoft.com/office/drawing/2014/main" id="{8724A2F7-9CFF-029A-187B-653B8B43E89F}"/>
              </a:ext>
            </a:extLst>
          </p:cNvPr>
          <p:cNvSpPr>
            <a:spLocks noGrp="1"/>
          </p:cNvSpPr>
          <p:nvPr>
            <p:ph sz="quarter" idx="17" hasCustomPrompt="1"/>
          </p:nvPr>
        </p:nvSpPr>
        <p:spPr>
          <a:xfrm>
            <a:off x="6264000" y="3384000"/>
            <a:ext cx="5544000" cy="2196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フッター プレースホルダー 7">
            <a:extLst>
              <a:ext uri="{FF2B5EF4-FFF2-40B4-BE49-F238E27FC236}">
                <a16:creationId xmlns:a16="http://schemas.microsoft.com/office/drawing/2014/main" id="{8D4EF0B7-5077-BDEA-AECF-39F8ABC163D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4FD1865E-3171-7354-567F-2E1FF319CCF9}"/>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1" name="テキスト プレースホルダー 9">
            <a:extLst>
              <a:ext uri="{FF2B5EF4-FFF2-40B4-BE49-F238E27FC236}">
                <a16:creationId xmlns:a16="http://schemas.microsoft.com/office/drawing/2014/main" id="{96E1C8D1-5071-4DBF-88E0-F97DA7D3D8F3}"/>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1144187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ンテンツ_見出しあり_1カラム ">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2" y="1692000"/>
            <a:ext cx="11447461"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5" name="フッター プレースホルダー 7">
            <a:extLst>
              <a:ext uri="{FF2B5EF4-FFF2-40B4-BE49-F238E27FC236}">
                <a16:creationId xmlns:a16="http://schemas.microsoft.com/office/drawing/2014/main" id="{CDA97645-8913-6C6D-283D-BD33B7E34635}"/>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D44D7DF7-EA7C-A83B-9E29-DB8F0DB9EB2E}"/>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BBB5D11A-3124-4235-98BB-2D5AB0564A7C}"/>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122618305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コンテンツ_見出しあり_2カラム01">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5544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6264000" y="1692000"/>
            <a:ext cx="5544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18F571CF-776F-D33C-60DF-9D62AEF5093F}"/>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CDC5C967-D209-1408-5A95-22C3C19ECB93}"/>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D87CFB1D-3866-4F1D-8342-4B956E8DA4F4}"/>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03370397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コンテンツ_見出しあり_2カラム02">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4319825" y="1692000"/>
            <a:ext cx="7488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63611234-EB9D-B56A-5F01-7C8152864B16}"/>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9D144814-90D9-7C84-E600-BD7FD16C926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758B078F-9213-4F19-A73C-38D9EF14C919}"/>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114749560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コンテンツ_見出しあり_2カラム03">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7488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9" name="コンテンツ プレースホルダー 2">
            <a:extLst>
              <a:ext uri="{FF2B5EF4-FFF2-40B4-BE49-F238E27FC236}">
                <a16:creationId xmlns:a16="http://schemas.microsoft.com/office/drawing/2014/main" id="{68B00E7D-7FDE-BFC2-C9D1-B41581E75D15}"/>
              </a:ext>
            </a:extLst>
          </p:cNvPr>
          <p:cNvSpPr>
            <a:spLocks noGrp="1"/>
          </p:cNvSpPr>
          <p:nvPr>
            <p:ph sz="quarter" idx="16" hasCustomPrompt="1"/>
          </p:nvPr>
        </p:nvSpPr>
        <p:spPr>
          <a:xfrm>
            <a:off x="8207825"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7C4402CE-25DD-3FC3-E601-3727FE754F22}"/>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07845088-9B7B-57D7-B32C-F8E1902E5FCA}"/>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CECBF70E-0046-4715-AFB8-41FA1FB7C5C3}"/>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85768263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コンテンツ_見出しあり_ 3カラム ">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4000"/>
            <a:ext cx="11447462" cy="547842"/>
          </a:xfrm>
          <a:prstGeom prst="rect">
            <a:avLst/>
          </a:prstGeom>
        </p:spPr>
        <p:txBody>
          <a:bodyPr>
            <a:spAutoFit/>
          </a:bodyPr>
          <a:lstStyle>
            <a:lvl1pPr marL="0" indent="0">
              <a:spcBef>
                <a:spcPts val="0"/>
              </a:spcBef>
              <a:buNone/>
              <a:defRPr sz="3200" b="1" i="0" baseline="0">
                <a:ea typeface="Meiryo" panose="020B0604030504040204" pitchFamily="34" charset="-128"/>
              </a:defRPr>
            </a:lvl1pPr>
          </a:lstStyle>
          <a:p>
            <a:pPr lvl="0"/>
            <a:r>
              <a:rPr kumimoji="1" lang="ja-JP" altLang="en-US"/>
              <a:t>見出しを入力</a:t>
            </a:r>
          </a:p>
        </p:txBody>
      </p:sp>
      <p:sp>
        <p:nvSpPr>
          <p:cNvPr id="2" name="コンテンツ プレースホルダー 2">
            <a:extLst>
              <a:ext uri="{FF2B5EF4-FFF2-40B4-BE49-F238E27FC236}">
                <a16:creationId xmlns:a16="http://schemas.microsoft.com/office/drawing/2014/main" id="{B9846B45-83F1-7D89-9CE3-C6FD5641CB78}"/>
              </a:ext>
            </a:extLst>
          </p:cNvPr>
          <p:cNvSpPr>
            <a:spLocks noGrp="1"/>
          </p:cNvSpPr>
          <p:nvPr>
            <p:ph sz="quarter" idx="16" hasCustomPrompt="1"/>
          </p:nvPr>
        </p:nvSpPr>
        <p:spPr>
          <a:xfrm>
            <a:off x="4284000"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1" name="コンテンツ プレースホルダー 2">
            <a:extLst>
              <a:ext uri="{FF2B5EF4-FFF2-40B4-BE49-F238E27FC236}">
                <a16:creationId xmlns:a16="http://schemas.microsoft.com/office/drawing/2014/main" id="{F7EEDEDE-E0C5-1F47-F066-39ED01855F8B}"/>
              </a:ext>
            </a:extLst>
          </p:cNvPr>
          <p:cNvSpPr>
            <a:spLocks noGrp="1"/>
          </p:cNvSpPr>
          <p:nvPr>
            <p:ph sz="quarter" idx="17" hasCustomPrompt="1"/>
          </p:nvPr>
        </p:nvSpPr>
        <p:spPr>
          <a:xfrm>
            <a:off x="8208000" y="1692000"/>
            <a:ext cx="3600000" cy="396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1A73DCEB-293D-923B-1386-CD85DE44A744}"/>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5475FC91-1306-A4B8-27CC-185F1F14A3B7}"/>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83C22AC4-D8AF-46CB-8ADF-11563B5B2D5A}"/>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52410914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コンテンツ_説明あり_1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11447462"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5" name="フッター プレースホルダー 7">
            <a:extLst>
              <a:ext uri="{FF2B5EF4-FFF2-40B4-BE49-F238E27FC236}">
                <a16:creationId xmlns:a16="http://schemas.microsoft.com/office/drawing/2014/main" id="{36B75912-F5F1-3B8A-084B-B238AD1D137A}"/>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2A578B6F-A124-1509-FD93-A3A371D8D8BF}"/>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AA64B4C2-46FA-44C6-A055-09C80C5078F7}"/>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904059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コンテンツ_説明あり_2カラム01">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5544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6264000" y="2087997"/>
            <a:ext cx="5544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3CADBBA8-7E19-30C9-9E6C-C3949286BE63}"/>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A94A05EF-C40C-BB3E-283F-281D00E18458}"/>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E2C4F9F7-7C4D-4339-AA1E-152F25FAA95E}"/>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78055287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コンテンツ_説明あり_2カラム02">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dirty="0"/>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4320000" y="2087997"/>
            <a:ext cx="7488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77FB28A9-C77F-61F1-CAD2-E0EB65403757}"/>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ACC09DD1-863F-730C-6094-5E67439FC2A3}"/>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104CDD14-7588-4518-A83D-71F864A02FD5}"/>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29855742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コンテンツ_説明あり_2カラム03">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7488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a:t>説明を入力</a:t>
            </a:r>
          </a:p>
        </p:txBody>
      </p:sp>
      <p:sp>
        <p:nvSpPr>
          <p:cNvPr id="2" name="コンテンツ プレースホルダー 2">
            <a:extLst>
              <a:ext uri="{FF2B5EF4-FFF2-40B4-BE49-F238E27FC236}">
                <a16:creationId xmlns:a16="http://schemas.microsoft.com/office/drawing/2014/main" id="{94EA3134-36CB-E0F1-E740-48F4D9481919}"/>
              </a:ext>
            </a:extLst>
          </p:cNvPr>
          <p:cNvSpPr>
            <a:spLocks noGrp="1"/>
          </p:cNvSpPr>
          <p:nvPr>
            <p:ph sz="quarter" idx="16" hasCustomPrompt="1"/>
          </p:nvPr>
        </p:nvSpPr>
        <p:spPr>
          <a:xfrm>
            <a:off x="8208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BFE701F5-0D70-F985-3DA7-024563C22D38}"/>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D1AFD214-F1EF-13F2-449D-D3C167280B64}"/>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9" name="テキスト プレースホルダー 9">
            <a:extLst>
              <a:ext uri="{FF2B5EF4-FFF2-40B4-BE49-F238E27FC236}">
                <a16:creationId xmlns:a16="http://schemas.microsoft.com/office/drawing/2014/main" id="{B80F811C-19F2-488D-BB63-85C6DBAB6C5F}"/>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95059640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コンテンツ_説明あり_3カラム">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648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763504D9-B26D-A2DD-8F0B-0BA7314B1131}"/>
              </a:ext>
            </a:extLst>
          </p:cNvPr>
          <p:cNvSpPr>
            <a:spLocks noGrp="1"/>
          </p:cNvSpPr>
          <p:nvPr>
            <p:ph sz="quarter" idx="14" hasCustomPrompt="1"/>
          </p:nvPr>
        </p:nvSpPr>
        <p:spPr>
          <a:xfrm>
            <a:off x="360363"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4" name="テキスト プレースホルダー 3">
            <a:extLst>
              <a:ext uri="{FF2B5EF4-FFF2-40B4-BE49-F238E27FC236}">
                <a16:creationId xmlns:a16="http://schemas.microsoft.com/office/drawing/2014/main" id="{36EFF933-3380-4C11-08AC-849AB4D69366}"/>
              </a:ext>
            </a:extLst>
          </p:cNvPr>
          <p:cNvSpPr>
            <a:spLocks noGrp="1"/>
          </p:cNvSpPr>
          <p:nvPr>
            <p:ph type="body" sz="quarter" idx="15" hasCustomPrompt="1"/>
          </p:nvPr>
        </p:nvSpPr>
        <p:spPr>
          <a:xfrm>
            <a:off x="360363" y="863999"/>
            <a:ext cx="11448000" cy="1008000"/>
          </a:xfrm>
          <a:prstGeom prst="rect">
            <a:avLst/>
          </a:prstGeom>
        </p:spPr>
        <p:txBody>
          <a:bodyPr lIns="0" tIns="0" rIns="0" bIns="0">
            <a:normAutofit/>
          </a:bodyPr>
          <a:lstStyle>
            <a:lvl1pPr marL="0" indent="0">
              <a:lnSpc>
                <a:spcPct val="130000"/>
              </a:lnSpc>
              <a:spcBef>
                <a:spcPts val="0"/>
              </a:spcBef>
              <a:buNone/>
              <a:defRPr sz="1600" b="0" i="0" baseline="0">
                <a:solidFill>
                  <a:schemeClr val="tx1"/>
                </a:solidFill>
                <a:latin typeface="+mn-ea"/>
                <a:ea typeface="+mn-ea"/>
              </a:defRPr>
            </a:lvl1pPr>
          </a:lstStyle>
          <a:p>
            <a:pPr lvl="0"/>
            <a:r>
              <a:rPr kumimoji="1" lang="ja-JP" altLang="en-US" dirty="0"/>
              <a:t>説明を入力</a:t>
            </a:r>
          </a:p>
        </p:txBody>
      </p:sp>
      <p:sp>
        <p:nvSpPr>
          <p:cNvPr id="9" name="コンテンツ プレースホルダー 2">
            <a:extLst>
              <a:ext uri="{FF2B5EF4-FFF2-40B4-BE49-F238E27FC236}">
                <a16:creationId xmlns:a16="http://schemas.microsoft.com/office/drawing/2014/main" id="{746F6458-905F-F7AF-C49F-F976CFF99AF5}"/>
              </a:ext>
            </a:extLst>
          </p:cNvPr>
          <p:cNvSpPr>
            <a:spLocks noGrp="1"/>
          </p:cNvSpPr>
          <p:nvPr>
            <p:ph sz="quarter" idx="16" hasCustomPrompt="1"/>
          </p:nvPr>
        </p:nvSpPr>
        <p:spPr>
          <a:xfrm>
            <a:off x="4284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11" name="コンテンツ プレースホルダー 2">
            <a:extLst>
              <a:ext uri="{FF2B5EF4-FFF2-40B4-BE49-F238E27FC236}">
                <a16:creationId xmlns:a16="http://schemas.microsoft.com/office/drawing/2014/main" id="{5A299D55-0B89-9AD6-93E6-100A3CA991EB}"/>
              </a:ext>
            </a:extLst>
          </p:cNvPr>
          <p:cNvSpPr>
            <a:spLocks noGrp="1"/>
          </p:cNvSpPr>
          <p:nvPr>
            <p:ph sz="quarter" idx="17" hasCustomPrompt="1"/>
          </p:nvPr>
        </p:nvSpPr>
        <p:spPr>
          <a:xfrm>
            <a:off x="8208000" y="2087997"/>
            <a:ext cx="3600000" cy="3600000"/>
          </a:xfrm>
          <a:prstGeom prst="rect">
            <a:avLst/>
          </a:prstGeom>
        </p:spPr>
        <p:txBody>
          <a:bodyPr lIns="0" tIns="0" rIns="0" bIns="0">
            <a:normAutofit/>
          </a:bodyPr>
          <a:lstStyle>
            <a:lvl1pPr marL="0" indent="0">
              <a:lnSpc>
                <a:spcPct val="130000"/>
              </a:lnSpc>
              <a:spcBef>
                <a:spcPts val="0"/>
              </a:spcBef>
              <a:buNone/>
              <a:defRPr sz="1600" b="0" i="0" baseline="0">
                <a:ea typeface="Meiryo" panose="020B0604030504040204" pitchFamily="34" charset="-128"/>
              </a:defRPr>
            </a:lvl1pPr>
          </a:lstStyle>
          <a:p>
            <a:pPr lvl="0"/>
            <a:r>
              <a:rPr kumimoji="1" lang="ja-JP" altLang="en-US"/>
              <a:t>枠内に収める</a:t>
            </a:r>
          </a:p>
        </p:txBody>
      </p:sp>
      <p:sp>
        <p:nvSpPr>
          <p:cNvPr id="5" name="フッター プレースホルダー 7">
            <a:extLst>
              <a:ext uri="{FF2B5EF4-FFF2-40B4-BE49-F238E27FC236}">
                <a16:creationId xmlns:a16="http://schemas.microsoft.com/office/drawing/2014/main" id="{E5E5A0E7-4D53-1DFC-66FD-39EDEFE5BB4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6" name="スライド番号プレースホルダー 8">
            <a:extLst>
              <a:ext uri="{FF2B5EF4-FFF2-40B4-BE49-F238E27FC236}">
                <a16:creationId xmlns:a16="http://schemas.microsoft.com/office/drawing/2014/main" id="{479428E8-612E-6494-9CAF-2DF3CD5FAE80}"/>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
        <p:nvSpPr>
          <p:cNvPr id="10" name="テキスト プレースホルダー 9">
            <a:extLst>
              <a:ext uri="{FF2B5EF4-FFF2-40B4-BE49-F238E27FC236}">
                <a16:creationId xmlns:a16="http://schemas.microsoft.com/office/drawing/2014/main" id="{800249A3-354A-4EAC-B204-68D23EFAAB1C}"/>
              </a:ext>
            </a:extLst>
          </p:cNvPr>
          <p:cNvSpPr>
            <a:spLocks noGrp="1"/>
          </p:cNvSpPr>
          <p:nvPr>
            <p:ph type="body" sz="quarter" idx="13" hasCustomPrompt="1"/>
          </p:nvPr>
        </p:nvSpPr>
        <p:spPr>
          <a:xfrm>
            <a:off x="360363" y="183090"/>
            <a:ext cx="11448000" cy="284693"/>
          </a:xfrm>
          <a:prstGeom prst="rect">
            <a:avLst/>
          </a:prstGeom>
        </p:spPr>
        <p:txBody>
          <a:bodyPr lIns="0" tIns="0" rIns="0" bIns="0" anchor="ctr" anchorCtr="0">
            <a:spAutoFit/>
          </a:bodyPr>
          <a:lstStyle>
            <a:lvl1pPr marL="0" indent="0">
              <a:buNone/>
              <a:defRPr sz="2000" b="0" i="0" baseline="0">
                <a:latin typeface="メイリオ" panose="020B0604030504040204" pitchFamily="50" charset="-128"/>
                <a:ea typeface="メイリオ" panose="020B0604030504040204" pitchFamily="50" charset="-128"/>
              </a:defRPr>
            </a:lvl1pPr>
          </a:lstStyle>
          <a:p>
            <a:pPr lvl="0"/>
            <a:r>
              <a:rPr kumimoji="1" lang="ja-JP" altLang="en-US"/>
              <a:t>タイトルを入力</a:t>
            </a:r>
          </a:p>
        </p:txBody>
      </p:sp>
    </p:spTree>
    <p:extLst>
      <p:ext uri="{BB962C8B-B14F-4D97-AF65-F5344CB8AC3E}">
        <p14:creationId xmlns:p14="http://schemas.microsoft.com/office/powerpoint/2010/main" val="34699980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扉">
    <p:spTree>
      <p:nvGrpSpPr>
        <p:cNvPr id="1" name=""/>
        <p:cNvGrpSpPr/>
        <p:nvPr/>
      </p:nvGrpSpPr>
      <p:grpSpPr>
        <a:xfrm>
          <a:off x="0" y="0"/>
          <a:ext cx="0" cy="0"/>
          <a:chOff x="0" y="0"/>
          <a:chExt cx="0" cy="0"/>
        </a:xfrm>
      </p:grpSpPr>
      <p:cxnSp>
        <p:nvCxnSpPr>
          <p:cNvPr id="8" name="直線コネクタ 7">
            <a:extLst>
              <a:ext uri="{FF2B5EF4-FFF2-40B4-BE49-F238E27FC236}">
                <a16:creationId xmlns:a16="http://schemas.microsoft.com/office/drawing/2014/main" id="{E4CD87E6-834A-505C-C51C-D8FEDA275DE3}"/>
              </a:ext>
            </a:extLst>
          </p:cNvPr>
          <p:cNvCxnSpPr>
            <a:cxnSpLocks/>
          </p:cNvCxnSpPr>
          <p:nvPr userDrawn="1"/>
        </p:nvCxnSpPr>
        <p:spPr>
          <a:xfrm>
            <a:off x="360000" y="3429000"/>
            <a:ext cx="11448000" cy="0"/>
          </a:xfrm>
          <a:prstGeom prst="line">
            <a:avLst/>
          </a:prstGeom>
          <a:ln w="12700">
            <a:solidFill>
              <a:srgbClr val="D5D6D9"/>
            </a:solidFill>
          </a:ln>
        </p:spPr>
        <p:style>
          <a:lnRef idx="1">
            <a:schemeClr val="accent1"/>
          </a:lnRef>
          <a:fillRef idx="0">
            <a:schemeClr val="accent1"/>
          </a:fillRef>
          <a:effectRef idx="0">
            <a:schemeClr val="accent1"/>
          </a:effectRef>
          <a:fontRef idx="minor">
            <a:schemeClr val="tx1"/>
          </a:fontRef>
        </p:style>
      </p:cxnSp>
      <p:sp>
        <p:nvSpPr>
          <p:cNvPr id="10" name="テキスト プレースホルダー 9">
            <a:extLst>
              <a:ext uri="{FF2B5EF4-FFF2-40B4-BE49-F238E27FC236}">
                <a16:creationId xmlns:a16="http://schemas.microsoft.com/office/drawing/2014/main" id="{03BCD830-0D5F-1F77-B35C-DA4ABEEEB96E}"/>
              </a:ext>
            </a:extLst>
          </p:cNvPr>
          <p:cNvSpPr>
            <a:spLocks noGrp="1"/>
          </p:cNvSpPr>
          <p:nvPr>
            <p:ph type="body" sz="quarter" idx="13" hasCustomPrompt="1"/>
          </p:nvPr>
        </p:nvSpPr>
        <p:spPr>
          <a:xfrm>
            <a:off x="360363" y="2730777"/>
            <a:ext cx="11448000" cy="569387"/>
          </a:xfrm>
          <a:prstGeom prst="rect">
            <a:avLst/>
          </a:prstGeom>
        </p:spPr>
        <p:txBody>
          <a:bodyPr lIns="0" tIns="0" rIns="0" bIns="0" anchor="b" anchorCtr="0">
            <a:spAutoFit/>
          </a:bodyPr>
          <a:lstStyle>
            <a:lvl1pPr marL="0" indent="0">
              <a:spcBef>
                <a:spcPts val="0"/>
              </a:spcBef>
              <a:buNone/>
              <a:defRPr sz="4000" b="1" i="0" baseline="0">
                <a:solidFill>
                  <a:srgbClr val="1156BD"/>
                </a:solidFill>
                <a:latin typeface="Meiryo" panose="020B0604030504040204" pitchFamily="34" charset="-128"/>
                <a:ea typeface="Meiryo" panose="020B0604030504040204" pitchFamily="34" charset="-128"/>
              </a:defRPr>
            </a:lvl1pPr>
          </a:lstStyle>
          <a:p>
            <a:pPr lvl="0"/>
            <a:r>
              <a:rPr kumimoji="1" lang="ja-JP" altLang="en-US"/>
              <a:t>項目を入力してください</a:t>
            </a:r>
            <a:endParaRPr kumimoji="1" lang="en-US" altLang="ja-JP"/>
          </a:p>
        </p:txBody>
      </p:sp>
      <p:sp>
        <p:nvSpPr>
          <p:cNvPr id="4" name="フッター プレースホルダー 7">
            <a:extLst>
              <a:ext uri="{FF2B5EF4-FFF2-40B4-BE49-F238E27FC236}">
                <a16:creationId xmlns:a16="http://schemas.microsoft.com/office/drawing/2014/main" id="{BA53E4B5-F8DA-F4D6-E00B-4604AB4E9520}"/>
              </a:ext>
            </a:extLst>
          </p:cNvPr>
          <p:cNvSpPr>
            <a:spLocks noGrp="1"/>
          </p:cNvSpPr>
          <p:nvPr>
            <p:ph type="ftr" sz="quarter" idx="3"/>
          </p:nvPr>
        </p:nvSpPr>
        <p:spPr>
          <a:xfrm>
            <a:off x="4038600" y="633600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5" name="スライド番号プレースホルダー 8">
            <a:extLst>
              <a:ext uri="{FF2B5EF4-FFF2-40B4-BE49-F238E27FC236}">
                <a16:creationId xmlns:a16="http://schemas.microsoft.com/office/drawing/2014/main" id="{C6664598-05DB-895D-7AC0-3086F0F7DE95}"/>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spTree>
    <p:extLst>
      <p:ext uri="{BB962C8B-B14F-4D97-AF65-F5344CB8AC3E}">
        <p14:creationId xmlns:p14="http://schemas.microsoft.com/office/powerpoint/2010/main" val="407143263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図 6">
            <a:extLst>
              <a:ext uri="{FF2B5EF4-FFF2-40B4-BE49-F238E27FC236}">
                <a16:creationId xmlns:a16="http://schemas.microsoft.com/office/drawing/2014/main" id="{43529AE1-302B-DB55-EDF8-8E10E34EC9F4}"/>
              </a:ext>
            </a:extLst>
          </p:cNvPr>
          <p:cNvPicPr>
            <a:picLocks noChangeAspect="1"/>
          </p:cNvPicPr>
          <p:nvPr userDrawn="1"/>
        </p:nvPicPr>
        <p:blipFill rotWithShape="1">
          <a:blip r:embed="rId22"/>
          <a:srcRect t="98449"/>
          <a:stretch/>
        </p:blipFill>
        <p:spPr>
          <a:xfrm>
            <a:off x="0" y="6751529"/>
            <a:ext cx="12192000" cy="106471"/>
          </a:xfrm>
          <a:prstGeom prst="rect">
            <a:avLst/>
          </a:prstGeom>
        </p:spPr>
      </p:pic>
      <p:sp>
        <p:nvSpPr>
          <p:cNvPr id="8" name="フッター プレースホルダー 7">
            <a:extLst>
              <a:ext uri="{FF2B5EF4-FFF2-40B4-BE49-F238E27FC236}">
                <a16:creationId xmlns:a16="http://schemas.microsoft.com/office/drawing/2014/main" id="{7D4CB066-E356-6A79-59D4-0007E3D43294}"/>
              </a:ext>
            </a:extLst>
          </p:cNvPr>
          <p:cNvSpPr>
            <a:spLocks noGrp="1"/>
          </p:cNvSpPr>
          <p:nvPr>
            <p:ph type="ftr" sz="quarter" idx="3"/>
          </p:nvPr>
        </p:nvSpPr>
        <p:spPr>
          <a:xfrm>
            <a:off x="4038600" y="6520720"/>
            <a:ext cx="4114800" cy="365125"/>
          </a:xfrm>
          <a:prstGeom prst="rect">
            <a:avLst/>
          </a:prstGeom>
        </p:spPr>
        <p:txBody>
          <a:bodyPr vert="horz" lIns="91440" tIns="45720" rIns="91440" bIns="45720" rtlCol="0" anchor="ctr"/>
          <a:lstStyle>
            <a:lvl1pPr algn="ctr">
              <a:defRPr sz="600" b="0" i="0">
                <a:solidFill>
                  <a:schemeClr val="tx1">
                    <a:tint val="75000"/>
                  </a:schemeClr>
                </a:solidFill>
                <a:latin typeface="Arial" panose="020B0604020202020204" pitchFamily="34" charset="0"/>
                <a:ea typeface="Meiryo" panose="020B0604030504040204" pitchFamily="34" charset="-128"/>
                <a:cs typeface="Arial" panose="020B0604020202020204" pitchFamily="34" charset="0"/>
              </a:defRPr>
            </a:lvl1pPr>
          </a:lstStyle>
          <a:p>
            <a:r>
              <a:rPr lang="en" altLang="ja-JP"/>
              <a:t>(C) Recruit Co., Ltd. All rights reserved. </a:t>
            </a:r>
            <a:endParaRPr lang="ja-JP" altLang="en-US"/>
          </a:p>
        </p:txBody>
      </p:sp>
      <p:sp>
        <p:nvSpPr>
          <p:cNvPr id="9" name="スライド番号プレースホルダー 8">
            <a:extLst>
              <a:ext uri="{FF2B5EF4-FFF2-40B4-BE49-F238E27FC236}">
                <a16:creationId xmlns:a16="http://schemas.microsoft.com/office/drawing/2014/main" id="{A087AC67-8728-37BE-F6CA-CC30541F5926}"/>
              </a:ext>
            </a:extLst>
          </p:cNvPr>
          <p:cNvSpPr>
            <a:spLocks noGrp="1"/>
          </p:cNvSpPr>
          <p:nvPr>
            <p:ph type="sldNum" sz="quarter" idx="4"/>
          </p:nvPr>
        </p:nvSpPr>
        <p:spPr>
          <a:xfrm>
            <a:off x="9064800" y="6336000"/>
            <a:ext cx="2743200" cy="365125"/>
          </a:xfrm>
          <a:prstGeom prst="rect">
            <a:avLst/>
          </a:prstGeom>
        </p:spPr>
        <p:txBody>
          <a:bodyPr vert="horz" lIns="91440" tIns="45720" rIns="91440" bIns="45720" rtlCol="0" anchor="ctr"/>
          <a:lstStyle>
            <a:lvl1pPr algn="r">
              <a:defRPr sz="1200" b="0" i="0">
                <a:solidFill>
                  <a:schemeClr val="tx1">
                    <a:tint val="75000"/>
                  </a:schemeClr>
                </a:solidFill>
                <a:ea typeface="Meiryo" panose="020B0604030504040204" pitchFamily="34" charset="-128"/>
              </a:defRPr>
            </a:lvl1pPr>
          </a:lstStyle>
          <a:p>
            <a:fld id="{EDD55F78-D87A-074E-B5DA-6C9B598DD91F}" type="slidenum">
              <a:rPr lang="ja-JP" altLang="en-US" smtClean="0"/>
              <a:pPr/>
              <a:t>‹#›</a:t>
            </a:fld>
            <a:endParaRPr lang="ja-JP" altLang="en-US"/>
          </a:p>
        </p:txBody>
      </p:sp>
      <p:pic>
        <p:nvPicPr>
          <p:cNvPr id="13" name="図 12">
            <a:extLst>
              <a:ext uri="{FF2B5EF4-FFF2-40B4-BE49-F238E27FC236}">
                <a16:creationId xmlns:a16="http://schemas.microsoft.com/office/drawing/2014/main" id="{30BD6181-3015-0274-2BDF-659DC045C107}"/>
              </a:ext>
            </a:extLst>
          </p:cNvPr>
          <p:cNvPicPr preferRelativeResize="0">
            <a:picLocks/>
          </p:cNvPicPr>
          <p:nvPr userDrawn="1"/>
        </p:nvPicPr>
        <p:blipFill>
          <a:blip r:embed="rId23">
            <a:alphaModFix/>
          </a:blip>
          <a:stretch>
            <a:fillRect/>
          </a:stretch>
        </p:blipFill>
        <p:spPr>
          <a:xfrm>
            <a:off x="365528" y="6042327"/>
            <a:ext cx="1793619" cy="648000"/>
          </a:xfrm>
          <a:prstGeom prst="rect">
            <a:avLst/>
          </a:prstGeom>
        </p:spPr>
      </p:pic>
    </p:spTree>
    <p:extLst>
      <p:ext uri="{BB962C8B-B14F-4D97-AF65-F5344CB8AC3E}">
        <p14:creationId xmlns:p14="http://schemas.microsoft.com/office/powerpoint/2010/main" val="1230684071"/>
      </p:ext>
    </p:extLst>
  </p:cSld>
  <p:clrMap bg1="lt1" tx1="dk1" bg2="lt2" tx2="dk2" accent1="accent1" accent2="accent2" accent3="accent3" accent4="accent4" accent5="accent5" accent6="accent6" hlink="hlink" folHlink="folHlink"/>
  <p:sldLayoutIdLst>
    <p:sldLayoutId id="2147483674" r:id="rId1"/>
    <p:sldLayoutId id="2147483676" r:id="rId2"/>
    <p:sldLayoutId id="2147483677" r:id="rId3"/>
    <p:sldLayoutId id="2147483654" r:id="rId4"/>
    <p:sldLayoutId id="2147483665" r:id="rId5"/>
    <p:sldLayoutId id="2147483666" r:id="rId6"/>
    <p:sldLayoutId id="2147483661" r:id="rId7"/>
    <p:sldLayoutId id="2147483662" r:id="rId8"/>
    <p:sldLayoutId id="2147483663" r:id="rId9"/>
    <p:sldLayoutId id="2147483664" r:id="rId10"/>
    <p:sldLayoutId id="2147483656" r:id="rId11"/>
    <p:sldLayoutId id="2147483671" r:id="rId12"/>
    <p:sldLayoutId id="2147483672" r:id="rId13"/>
    <p:sldLayoutId id="2147483660" r:id="rId14"/>
    <p:sldLayoutId id="2147483657" r:id="rId15"/>
    <p:sldLayoutId id="2147483658" r:id="rId16"/>
    <p:sldLayoutId id="2147483669" r:id="rId17"/>
    <p:sldLayoutId id="2147483670" r:id="rId18"/>
    <p:sldLayoutId id="2147483659" r:id="rId19"/>
    <p:sldLayoutId id="2147483649" r:id="rId20"/>
  </p:sldLayoutIdLst>
  <p:hf hd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hyperlink" Target="https://cocorou.sharepoint.com/sites/cocorabo/group026/site003/Lists/List1/DispForm.aspx?ID=901&amp;Source=https%3A%2F%2Fcocorou.sharepoint.com%2Fsites%2Fcocorabo%2Fgroup026%2Fsite003%2FSitePages%2FnoticeList.aspx&amp;xsdata=MDV8MDJ8fDUzNGM5ZTUxNTljZDRiZWU3ZWFiMDhkY2JmZmI2OGJifDJmMjI0ZjQyMzQ0MDQ5NzNhOGU5NjdmNzcyNzA2MGIzfDB8MHw2Mzg1OTYzMzM2OTQ1ODI0NDN8VW5rbm93bnxWR1ZoYlhOVFpXTjFjbWwwZVZObGNuWnBZMlY4ZXlKV0lqb2lNQzR3TGpBd01EQWlMQ0pRSWpvaVYybHVNeklpTENKQlRpSTZJazkwYUdWeUlpd2lWMVFpT2pFeGZRPT18MXxMMk5vWVhSekx6RTVPakkwWWpGaE1tTTFMVFpsTkdZdE5ERm1NUzFpWTJZNExUSTJNbVpqTnpkaFlqSm1aVjgwTTJJeFl6UTVOaTFoTWpoaExUUTBaVFl0T1dWaVpDMWlZbUV5WVdZNVpqSXpNMlJBZFc1eExtZGliQzV6Y0dGalpYTXZiV1Z6YzJGblpYTXZNVGN5TkRBek5qVTJPRGd6T0E9PXxjNjQzNjIxZmJjM2Y0NTg3MWM1ZDA4ZGNiZmZiNjhiOXwxN2ViOWI2ZjFiNjY0ZTFhYjZhN2ZmMTM4MjBhMmU5Mg%3D%3D&amp;sdata=dXQvRTVmWTN5cVo2Q1FCYUwvQ0tEc3RnSWVybmxZeStFbFB1Ny84N0lKRT0%3D&amp;ovuser=2f224f42-3440-4973-a8e9-67f7727060b3%2C01029867%40r.recruit.co.jp"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フッター プレースホルダー 2">
            <a:extLst>
              <a:ext uri="{FF2B5EF4-FFF2-40B4-BE49-F238E27FC236}">
                <a16:creationId xmlns:a16="http://schemas.microsoft.com/office/drawing/2014/main" id="{95CB519B-764C-3B95-61A3-F823A46C4241}"/>
              </a:ext>
            </a:extLst>
          </p:cNvPr>
          <p:cNvSpPr>
            <a:spLocks noGrp="1"/>
          </p:cNvSpPr>
          <p:nvPr>
            <p:ph type="ftr" sz="quarter" idx="3"/>
          </p:nvPr>
        </p:nvSpPr>
        <p:spPr/>
        <p:txBody>
          <a:bodyPr/>
          <a:lstStyle/>
          <a:p>
            <a:r>
              <a:rPr lang="en" altLang="ja-JP"/>
              <a:t>(C) Recruit Co., Ltd. All rights reserved. </a:t>
            </a:r>
            <a:endParaRPr lang="ja-JP" altLang="en-US"/>
          </a:p>
        </p:txBody>
      </p:sp>
      <p:sp>
        <p:nvSpPr>
          <p:cNvPr id="4" name="正方形/長方形 3">
            <a:extLst>
              <a:ext uri="{FF2B5EF4-FFF2-40B4-BE49-F238E27FC236}">
                <a16:creationId xmlns:a16="http://schemas.microsoft.com/office/drawing/2014/main" id="{3DDD8DC1-96E4-E81E-D431-31984F436B8E}"/>
              </a:ext>
            </a:extLst>
          </p:cNvPr>
          <p:cNvSpPr/>
          <p:nvPr/>
        </p:nvSpPr>
        <p:spPr>
          <a:xfrm>
            <a:off x="330896" y="1600200"/>
            <a:ext cx="7238304" cy="5011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kumimoji="1" lang="ja-JP" altLang="en-US" sz="1100" b="1" dirty="0">
                <a:solidFill>
                  <a:schemeClr val="tx2"/>
                </a:solidFill>
                <a:latin typeface="メイリオ" panose="020B0604030504040204" pitchFamily="50" charset="-128"/>
                <a:ea typeface="メイリオ" panose="020B0604030504040204" pitchFamily="50" charset="-128"/>
              </a:rPr>
              <a:t>■</a:t>
            </a:r>
            <a:r>
              <a:rPr lang="ja-JP" altLang="en-US" sz="1100" b="1" dirty="0">
                <a:solidFill>
                  <a:schemeClr val="tx2"/>
                </a:solidFill>
                <a:latin typeface="メイリオ" panose="020B0604030504040204" pitchFamily="50" charset="-128"/>
                <a:ea typeface="メイリオ" panose="020B0604030504040204" pitchFamily="50" charset="-128"/>
              </a:rPr>
              <a:t>案件概要</a:t>
            </a:r>
            <a:endParaRPr kumimoji="1" lang="en-US" altLang="ja-JP" sz="1100" b="1" dirty="0">
              <a:solidFill>
                <a:schemeClr val="tx2"/>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2025</a:t>
            </a:r>
            <a:r>
              <a:rPr lang="ja-JP" altLang="en-US" sz="1050" dirty="0">
                <a:solidFill>
                  <a:schemeClr val="tx1"/>
                </a:solidFill>
                <a:latin typeface="メイリオ" panose="020B0604030504040204" pitchFamily="50" charset="-128"/>
                <a:ea typeface="メイリオ" panose="020B0604030504040204" pitchFamily="50" charset="-128"/>
              </a:rPr>
              <a:t>年</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月</a:t>
            </a:r>
            <a:r>
              <a:rPr lang="en-US" altLang="ja-JP" sz="1050" dirty="0">
                <a:solidFill>
                  <a:schemeClr val="tx1"/>
                </a:solidFill>
                <a:latin typeface="メイリオ" panose="020B0604030504040204" pitchFamily="50" charset="-128"/>
                <a:ea typeface="メイリオ" panose="020B0604030504040204" pitchFamily="50" charset="-128"/>
              </a:rPr>
              <a:t>27</a:t>
            </a:r>
            <a:r>
              <a:rPr lang="ja-JP" altLang="en-US" sz="1050" dirty="0">
                <a:solidFill>
                  <a:schemeClr val="tx1"/>
                </a:solidFill>
                <a:latin typeface="メイリオ" panose="020B0604030504040204" pitchFamily="50" charset="-128"/>
                <a:ea typeface="メイリオ" panose="020B0604030504040204" pitchFamily="50" charset="-128"/>
              </a:rPr>
              <a:t>日をもってリクナビ</a:t>
            </a:r>
            <a:r>
              <a:rPr lang="en-US" altLang="ja-JP" sz="1050" dirty="0">
                <a:solidFill>
                  <a:schemeClr val="tx1"/>
                </a:solidFill>
                <a:latin typeface="メイリオ" panose="020B0604030504040204" pitchFamily="50" charset="-128"/>
                <a:ea typeface="メイリオ" panose="020B0604030504040204" pitchFamily="50" charset="-128"/>
              </a:rPr>
              <a:t>NEXT</a:t>
            </a:r>
            <a:r>
              <a:rPr lang="ja-JP" altLang="en-US" sz="1050" dirty="0">
                <a:solidFill>
                  <a:schemeClr val="tx1"/>
                </a:solidFill>
                <a:latin typeface="メイリオ" panose="020B0604030504040204" pitchFamily="50" charset="-128"/>
                <a:ea typeface="メイリオ" panose="020B0604030504040204" pitchFamily="50" charset="-128"/>
              </a:rPr>
              <a:t>上でのすべての広告掲載課金型商品の掲載が終了。それに伴い、リクナビ</a:t>
            </a:r>
            <a:r>
              <a:rPr lang="en-US" altLang="ja-JP" sz="1050" dirty="0">
                <a:solidFill>
                  <a:schemeClr val="tx1"/>
                </a:solidFill>
                <a:latin typeface="メイリオ" panose="020B0604030504040204" pitchFamily="50" charset="-128"/>
                <a:ea typeface="メイリオ" panose="020B0604030504040204" pitchFamily="50" charset="-128"/>
              </a:rPr>
              <a:t>NEXT</a:t>
            </a:r>
            <a:r>
              <a:rPr lang="ja-JP" altLang="en-US" sz="1050" dirty="0">
                <a:solidFill>
                  <a:schemeClr val="tx1"/>
                </a:solidFill>
                <a:latin typeface="メイリオ" panose="020B0604030504040204" pitchFamily="50" charset="-128"/>
                <a:ea typeface="メイリオ" panose="020B0604030504040204" pitchFamily="50" charset="-128"/>
              </a:rPr>
              <a:t>の掲載を伴う</a:t>
            </a:r>
            <a:r>
              <a:rPr lang="en-US" altLang="ja-JP" sz="1050" dirty="0">
                <a:solidFill>
                  <a:schemeClr val="tx1"/>
                </a:solidFill>
                <a:latin typeface="メイリオ" panose="020B0604030504040204" pitchFamily="50" charset="-128"/>
                <a:ea typeface="メイリオ" panose="020B0604030504040204" pitchFamily="50" charset="-128"/>
              </a:rPr>
              <a:t>RSS</a:t>
            </a:r>
            <a:r>
              <a:rPr lang="ja-JP" altLang="en-US" sz="1050" dirty="0">
                <a:solidFill>
                  <a:schemeClr val="tx1"/>
                </a:solidFill>
                <a:latin typeface="メイリオ" panose="020B0604030504040204" pitchFamily="50" charset="-128"/>
                <a:ea typeface="メイリオ" panose="020B0604030504040204" pitchFamily="50" charset="-128"/>
              </a:rPr>
              <a:t>サービスが終了となる旨ご認識いただきたい。</a:t>
            </a:r>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kumimoji="1" lang="ja-JP" altLang="en-US" sz="1050" b="1" dirty="0">
                <a:solidFill>
                  <a:schemeClr val="tx2"/>
                </a:solidFill>
                <a:latin typeface="メイリオ" panose="020B0604030504040204" pitchFamily="50" charset="-128"/>
                <a:ea typeface="メイリオ" panose="020B0604030504040204" pitchFamily="50" charset="-128"/>
              </a:rPr>
              <a:t>■</a:t>
            </a:r>
            <a:r>
              <a:rPr lang="ja-JP" altLang="en-US" sz="1050" b="1" dirty="0">
                <a:solidFill>
                  <a:schemeClr val="tx2"/>
                </a:solidFill>
                <a:latin typeface="メイリオ" panose="020B0604030504040204" pitchFamily="50" charset="-128"/>
                <a:ea typeface="メイリオ" panose="020B0604030504040204" pitchFamily="50" charset="-128"/>
              </a:rPr>
              <a:t>現在</a:t>
            </a:r>
            <a:r>
              <a:rPr lang="en-US" altLang="ja-JP" sz="1050" b="1" dirty="0">
                <a:solidFill>
                  <a:schemeClr val="tx2"/>
                </a:solidFill>
                <a:latin typeface="メイリオ" panose="020B0604030504040204" pitchFamily="50" charset="-128"/>
                <a:ea typeface="メイリオ" panose="020B0604030504040204" pitchFamily="50" charset="-128"/>
              </a:rPr>
              <a:t>RSS</a:t>
            </a:r>
            <a:r>
              <a:rPr lang="ja-JP" altLang="en-US" sz="1050" b="1" dirty="0">
                <a:solidFill>
                  <a:schemeClr val="tx2"/>
                </a:solidFill>
                <a:latin typeface="メイリオ" panose="020B0604030504040204" pitchFamily="50" charset="-128"/>
                <a:ea typeface="メイリオ" panose="020B0604030504040204" pitchFamily="50" charset="-128"/>
              </a:rPr>
              <a:t>ご利用顧客への対応</a:t>
            </a:r>
            <a:endParaRPr lang="en-US" altLang="ja-JP" sz="1050" b="1" dirty="0">
              <a:solidFill>
                <a:schemeClr val="tx2"/>
              </a:solidFill>
              <a:latin typeface="メイリオ" panose="020B0604030504040204" pitchFamily="50" charset="-128"/>
              <a:ea typeface="メイリオ" panose="020B0604030504040204" pitchFamily="50" charset="-128"/>
            </a:endParaRPr>
          </a:p>
          <a:p>
            <a:r>
              <a:rPr kumimoji="1" lang="ja-JP" altLang="en-US" sz="1050" dirty="0">
                <a:solidFill>
                  <a:schemeClr val="tx1"/>
                </a:solidFill>
                <a:latin typeface="メイリオ" panose="020B0604030504040204" pitchFamily="50" charset="-128"/>
                <a:ea typeface="メイリオ" panose="020B0604030504040204" pitchFamily="50" charset="-128"/>
              </a:rPr>
              <a:t>・</a:t>
            </a:r>
            <a:r>
              <a:rPr kumimoji="1" lang="en-US" altLang="ja-JP" sz="1050" dirty="0">
                <a:solidFill>
                  <a:schemeClr val="tx1"/>
                </a:solidFill>
                <a:latin typeface="メイリオ" panose="020B0604030504040204" pitchFamily="50" charset="-128"/>
                <a:ea typeface="メイリオ" panose="020B0604030504040204" pitchFamily="50" charset="-128"/>
              </a:rPr>
              <a:t>RSS</a:t>
            </a:r>
            <a:r>
              <a:rPr kumimoji="1" lang="ja-JP" altLang="en-US" sz="1050" dirty="0">
                <a:solidFill>
                  <a:schemeClr val="tx1"/>
                </a:solidFill>
                <a:latin typeface="メイリオ" panose="020B0604030504040204" pitchFamily="50" charset="-128"/>
                <a:ea typeface="メイリオ" panose="020B0604030504040204" pitchFamily="50" charset="-128"/>
              </a:rPr>
              <a:t>プロジェクト実施中</a:t>
            </a:r>
            <a:r>
              <a:rPr kumimoji="1" lang="en-US" altLang="ja-JP" sz="1050" dirty="0">
                <a:solidFill>
                  <a:schemeClr val="tx1"/>
                </a:solidFill>
                <a:latin typeface="メイリオ" panose="020B0604030504040204" pitchFamily="50" charset="-128"/>
                <a:ea typeface="メイリオ" panose="020B0604030504040204" pitchFamily="50" charset="-128"/>
              </a:rPr>
              <a:t>RA</a:t>
            </a:r>
            <a:r>
              <a:rPr kumimoji="1" lang="ja-JP" altLang="en-US" sz="1050" dirty="0">
                <a:solidFill>
                  <a:schemeClr val="tx1"/>
                </a:solidFill>
                <a:latin typeface="メイリオ" panose="020B0604030504040204" pitchFamily="50" charset="-128"/>
                <a:ea typeface="メイリオ" panose="020B0604030504040204" pitchFamily="50" charset="-128"/>
              </a:rPr>
              <a:t>への情報展開：</a:t>
            </a:r>
            <a:r>
              <a:rPr kumimoji="1" lang="en-US" altLang="ja-JP" sz="1050" dirty="0">
                <a:solidFill>
                  <a:schemeClr val="tx1"/>
                </a:solidFill>
                <a:latin typeface="メイリオ" panose="020B0604030504040204" pitchFamily="50" charset="-128"/>
                <a:ea typeface="メイリオ" panose="020B0604030504040204" pitchFamily="50" charset="-128"/>
              </a:rPr>
              <a:t>8/30</a:t>
            </a:r>
            <a:r>
              <a:rPr kumimoji="1" lang="ja-JP" altLang="en-US" sz="1050" dirty="0">
                <a:solidFill>
                  <a:schemeClr val="tx1"/>
                </a:solidFill>
                <a:latin typeface="メイリオ" panose="020B0604030504040204" pitchFamily="50" charset="-128"/>
                <a:ea typeface="メイリオ" panose="020B0604030504040204" pitchFamily="50" charset="-128"/>
              </a:rPr>
              <a:t>目途に実施予定。</a:t>
            </a:r>
          </a:p>
          <a:p>
            <a:r>
              <a:rPr kumimoji="1" lang="ja-JP" altLang="en-US" sz="1050" dirty="0">
                <a:solidFill>
                  <a:schemeClr val="tx1"/>
                </a:solidFill>
                <a:latin typeface="メイリオ" panose="020B0604030504040204" pitchFamily="50" charset="-128"/>
                <a:ea typeface="メイリオ" panose="020B0604030504040204" pitchFamily="50" charset="-128"/>
              </a:rPr>
              <a:t>・</a:t>
            </a:r>
            <a:r>
              <a:rPr kumimoji="1" lang="en-US" altLang="ja-JP" sz="1050" dirty="0">
                <a:solidFill>
                  <a:schemeClr val="tx1"/>
                </a:solidFill>
                <a:latin typeface="メイリオ" panose="020B0604030504040204" pitchFamily="50" charset="-128"/>
                <a:ea typeface="メイリオ" panose="020B0604030504040204" pitchFamily="50" charset="-128"/>
              </a:rPr>
              <a:t>RSS</a:t>
            </a:r>
            <a:r>
              <a:rPr kumimoji="1" lang="ja-JP" altLang="en-US" sz="1050" dirty="0">
                <a:solidFill>
                  <a:schemeClr val="tx1"/>
                </a:solidFill>
                <a:latin typeface="メイリオ" panose="020B0604030504040204" pitchFamily="50" charset="-128"/>
                <a:ea typeface="メイリオ" panose="020B0604030504040204" pitchFamily="50" charset="-128"/>
              </a:rPr>
              <a:t>プロジェクト実施中</a:t>
            </a:r>
            <a:r>
              <a:rPr lang="ja-JP" altLang="en-US" sz="1050" dirty="0">
                <a:solidFill>
                  <a:schemeClr val="tx1"/>
                </a:solidFill>
                <a:latin typeface="メイリオ" panose="020B0604030504040204" pitchFamily="50" charset="-128"/>
                <a:ea typeface="メイリオ" panose="020B0604030504040204" pitchFamily="50" charset="-128"/>
              </a:rPr>
              <a:t>顧客</a:t>
            </a:r>
            <a:r>
              <a:rPr kumimoji="1" lang="ja-JP" altLang="en-US" sz="1050" dirty="0">
                <a:solidFill>
                  <a:schemeClr val="tx1"/>
                </a:solidFill>
                <a:latin typeface="メイリオ" panose="020B0604030504040204" pitchFamily="50" charset="-128"/>
                <a:ea typeface="メイリオ" panose="020B0604030504040204" pitchFamily="50" charset="-128"/>
              </a:rPr>
              <a:t>へのご説明：</a:t>
            </a:r>
            <a:r>
              <a:rPr kumimoji="1" lang="en-US" altLang="ja-JP" sz="1050" dirty="0">
                <a:solidFill>
                  <a:schemeClr val="tx1"/>
                </a:solidFill>
                <a:latin typeface="メイリオ" panose="020B0604030504040204" pitchFamily="50" charset="-128"/>
                <a:ea typeface="メイリオ" panose="020B0604030504040204" pitchFamily="50" charset="-128"/>
              </a:rPr>
              <a:t>9</a:t>
            </a:r>
            <a:r>
              <a:rPr kumimoji="1" lang="ja-JP" altLang="en-US" sz="1050" dirty="0">
                <a:solidFill>
                  <a:schemeClr val="tx1"/>
                </a:solidFill>
                <a:latin typeface="メイリオ" panose="020B0604030504040204" pitchFamily="50" charset="-128"/>
                <a:ea typeface="メイリオ" panose="020B0604030504040204" pitchFamily="50" charset="-128"/>
              </a:rPr>
              <a:t>月中に各プロジェクトの企業定例にてプランナーより周知。</a:t>
            </a:r>
            <a:endParaRPr kumimoji="1"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kumimoji="1" lang="ja-JP" altLang="en-US" sz="1050" b="1" dirty="0">
                <a:solidFill>
                  <a:schemeClr val="tx2"/>
                </a:solidFill>
                <a:latin typeface="メイリオ" panose="020B0604030504040204" pitchFamily="50" charset="-128"/>
                <a:ea typeface="メイリオ" panose="020B0604030504040204" pitchFamily="50" charset="-128"/>
              </a:rPr>
              <a:t>■終了に</a:t>
            </a:r>
            <a:r>
              <a:rPr lang="ja-JP" altLang="en-US" sz="1050" b="1" dirty="0">
                <a:solidFill>
                  <a:schemeClr val="tx2"/>
                </a:solidFill>
                <a:latin typeface="メイリオ" panose="020B0604030504040204" pitchFamily="50" charset="-128"/>
                <a:ea typeface="メイリオ" panose="020B0604030504040204" pitchFamily="50" charset="-128"/>
              </a:rPr>
              <a:t>伴う各種対応について</a:t>
            </a:r>
            <a:endParaRPr lang="en-US" altLang="ja-JP" sz="1050" b="1" dirty="0">
              <a:solidFill>
                <a:schemeClr val="tx2"/>
              </a:solidFill>
              <a:latin typeface="メイリオ" panose="020B0604030504040204" pitchFamily="50" charset="-128"/>
              <a:ea typeface="メイリオ" panose="020B0604030504040204" pitchFamily="50" charset="-128"/>
            </a:endParaRPr>
          </a:p>
          <a:p>
            <a:r>
              <a:rPr kumimoji="1" lang="ja-JP" altLang="en-US" sz="1050" b="1" u="sng">
                <a:solidFill>
                  <a:schemeClr val="tx1"/>
                </a:solidFill>
                <a:latin typeface="メイリオ"/>
                <a:ea typeface="メイリオ"/>
              </a:rPr>
              <a:t>・</a:t>
            </a:r>
            <a:r>
              <a:rPr kumimoji="1" lang="en-US" altLang="ja-JP" sz="1050" b="1" u="sng" dirty="0">
                <a:solidFill>
                  <a:schemeClr val="tx1"/>
                </a:solidFill>
                <a:latin typeface="メイリオ"/>
                <a:ea typeface="メイリオ"/>
              </a:rPr>
              <a:t>RSS</a:t>
            </a:r>
            <a:r>
              <a:rPr kumimoji="1" lang="ja-JP" altLang="en-US" sz="1050" b="1" u="sng">
                <a:solidFill>
                  <a:schemeClr val="tx1"/>
                </a:solidFill>
                <a:latin typeface="メイリオ"/>
                <a:ea typeface="メイリオ"/>
              </a:rPr>
              <a:t>サービスの</a:t>
            </a:r>
            <a:r>
              <a:rPr lang="ja-JP" altLang="en-US" sz="1050" b="1" u="sng">
                <a:solidFill>
                  <a:schemeClr val="tx1"/>
                </a:solidFill>
                <a:latin typeface="メイリオ"/>
                <a:ea typeface="メイリオ"/>
              </a:rPr>
              <a:t>新規・既存案件の継続</a:t>
            </a:r>
            <a:r>
              <a:rPr kumimoji="1" lang="ja-JP" altLang="en-US" sz="1050" b="1" u="sng">
                <a:solidFill>
                  <a:schemeClr val="tx1"/>
                </a:solidFill>
                <a:latin typeface="メイリオ"/>
                <a:ea typeface="メイリオ"/>
              </a:rPr>
              <a:t>受注について：</a:t>
            </a:r>
            <a:endParaRPr kumimoji="1" lang="en-US" altLang="ja-JP" sz="1050" b="1" u="sng">
              <a:solidFill>
                <a:schemeClr val="tx1"/>
              </a:solidFill>
              <a:latin typeface="メイリオ"/>
              <a:ea typeface="メイリオ"/>
            </a:endParaRPr>
          </a:p>
          <a:p>
            <a:r>
              <a:rPr kumimoji="1" lang="ja-JP" altLang="en-US" sz="1050">
                <a:solidFill>
                  <a:schemeClr val="tx1"/>
                </a:solidFill>
                <a:latin typeface="メイリオ"/>
                <a:ea typeface="メイリオ"/>
              </a:rPr>
              <a:t>　プランによって最終受注</a:t>
            </a:r>
            <a:r>
              <a:rPr lang="ja-JP" altLang="en-US" sz="1050">
                <a:solidFill>
                  <a:schemeClr val="tx1"/>
                </a:solidFill>
                <a:latin typeface="メイリオ"/>
                <a:ea typeface="メイリオ"/>
              </a:rPr>
              <a:t>可能日</a:t>
            </a:r>
            <a:r>
              <a:rPr kumimoji="1" lang="ja-JP" altLang="en-US" sz="1050">
                <a:solidFill>
                  <a:schemeClr val="tx1"/>
                </a:solidFill>
                <a:latin typeface="メイリオ"/>
                <a:ea typeface="メイリオ"/>
              </a:rPr>
              <a:t>は異なるため</a:t>
            </a:r>
            <a:endParaRPr lang="en-US" altLang="ja-JP" sz="1050">
              <a:solidFill>
                <a:schemeClr val="tx1"/>
              </a:solidFill>
              <a:latin typeface="メイリオ"/>
              <a:ea typeface="メイリオ"/>
            </a:endParaRPr>
          </a:p>
          <a:p>
            <a:r>
              <a:rPr lang="ja-JP" altLang="en-US" sz="1050">
                <a:solidFill>
                  <a:schemeClr val="tx1"/>
                </a:solidFill>
                <a:latin typeface="メイリオ"/>
                <a:ea typeface="メイリオ"/>
              </a:rPr>
              <a:t>　新規についてはプロジェクト企画G問い合わせ窓口へ、既存案件については</a:t>
            </a:r>
            <a:r>
              <a:rPr kumimoji="1" lang="ja-JP" altLang="en-US" sz="1050">
                <a:solidFill>
                  <a:schemeClr val="tx1"/>
                </a:solidFill>
                <a:latin typeface="メイリオ"/>
                <a:ea typeface="メイリオ"/>
              </a:rPr>
              <a:t>個別でプランナーに確認ください。</a:t>
            </a:r>
            <a:endParaRPr lang="en-US" altLang="ja-JP" sz="1050">
              <a:solidFill>
                <a:schemeClr val="tx1"/>
              </a:solidFill>
              <a:latin typeface="メイリオ"/>
              <a:ea typeface="メイリオ"/>
            </a:endParaRPr>
          </a:p>
          <a:p>
            <a:endParaRPr kumimoji="1" lang="en-US" altLang="ja-JP" sz="1050" dirty="0">
              <a:solidFill>
                <a:schemeClr val="tx1"/>
              </a:solidFill>
              <a:latin typeface="メイリオ" panose="020B0604030504040204" pitchFamily="50" charset="-128"/>
              <a:ea typeface="メイリオ" panose="020B0604030504040204" pitchFamily="50" charset="-128"/>
            </a:endParaRPr>
          </a:p>
          <a:p>
            <a:r>
              <a:rPr kumimoji="1" lang="ja-JP" altLang="en-US" sz="1050" b="1" u="sng" dirty="0">
                <a:solidFill>
                  <a:schemeClr val="tx1"/>
                </a:solidFill>
                <a:latin typeface="メイリオ" panose="020B0604030504040204" pitchFamily="50" charset="-128"/>
                <a:ea typeface="メイリオ" panose="020B0604030504040204" pitchFamily="50" charset="-128"/>
              </a:rPr>
              <a:t>・</a:t>
            </a:r>
            <a:r>
              <a:rPr kumimoji="0" lang="ja-JP" altLang="en-US" sz="1050" b="1"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候補者対応</a:t>
            </a:r>
            <a:r>
              <a:rPr kumimoji="1" lang="ja-JP" altLang="en-US" sz="1050" b="1" u="sng" dirty="0">
                <a:solidFill>
                  <a:schemeClr val="tx1"/>
                </a:solidFill>
                <a:latin typeface="メイリオ" panose="020B0604030504040204" pitchFamily="50" charset="-128"/>
                <a:ea typeface="メイリオ" panose="020B0604030504040204" pitchFamily="50" charset="-128"/>
              </a:rPr>
              <a:t>：</a:t>
            </a:r>
            <a:endParaRPr kumimoji="1" lang="en-US" altLang="ja-JP" sz="1050" b="1" u="sng" dirty="0">
              <a:solidFill>
                <a:schemeClr val="tx1"/>
              </a:solidFill>
              <a:latin typeface="メイリオ" panose="020B0604030504040204" pitchFamily="50" charset="-128"/>
              <a:ea typeface="メイリオ" panose="020B0604030504040204" pitchFamily="50" charset="-128"/>
            </a:endParaRPr>
          </a:p>
          <a:p>
            <a:r>
              <a:rPr lang="ja-JP" altLang="en-US" sz="1050" dirty="0">
                <a:solidFill>
                  <a:schemeClr val="tx1"/>
                </a:solidFill>
                <a:latin typeface="メイリオ" panose="020B0604030504040204" pitchFamily="50" charset="-128"/>
                <a:ea typeface="メイリオ" panose="020B0604030504040204" pitchFamily="50" charset="-128"/>
              </a:rPr>
              <a:t>　リクナビ</a:t>
            </a:r>
            <a:r>
              <a:rPr lang="en-US" altLang="ja-JP" sz="1050" dirty="0">
                <a:solidFill>
                  <a:schemeClr val="tx1"/>
                </a:solidFill>
                <a:latin typeface="メイリオ" panose="020B0604030504040204" pitchFamily="50" charset="-128"/>
                <a:ea typeface="メイリオ" panose="020B0604030504040204" pitchFamily="50" charset="-128"/>
              </a:rPr>
              <a:t>NEXT</a:t>
            </a:r>
            <a:r>
              <a:rPr lang="ja-JP" altLang="en-US" sz="1050" dirty="0">
                <a:solidFill>
                  <a:schemeClr val="tx1"/>
                </a:solidFill>
                <a:latin typeface="メイリオ" panose="020B0604030504040204" pitchFamily="50" charset="-128"/>
                <a:ea typeface="メイリオ" panose="020B0604030504040204" pitchFamily="50" charset="-128"/>
              </a:rPr>
              <a:t>掲載期間中に応募頂いた候補者については選考が終了するまで</a:t>
            </a:r>
            <a:r>
              <a:rPr lang="en-US" altLang="ja-JP" sz="1050" dirty="0">
                <a:solidFill>
                  <a:schemeClr val="tx1"/>
                </a:solidFill>
                <a:latin typeface="メイリオ" panose="020B0604030504040204" pitchFamily="50" charset="-128"/>
                <a:ea typeface="メイリオ" panose="020B0604030504040204" pitchFamily="50" charset="-128"/>
              </a:rPr>
              <a:t>RA/CA</a:t>
            </a:r>
            <a:r>
              <a:rPr lang="ja-JP" altLang="en-US" sz="1050" dirty="0">
                <a:solidFill>
                  <a:schemeClr val="tx1"/>
                </a:solidFill>
                <a:latin typeface="メイリオ" panose="020B0604030504040204" pitchFamily="50" charset="-128"/>
                <a:ea typeface="メイリオ" panose="020B0604030504040204" pitchFamily="50" charset="-128"/>
              </a:rPr>
              <a:t>によりフォロー継続。</a:t>
            </a:r>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ja-JP" altLang="en-US" sz="1050" b="1" u="sng" dirty="0">
                <a:solidFill>
                  <a:schemeClr val="tx1"/>
                </a:solidFill>
                <a:latin typeface="メイリオ" panose="020B0604030504040204" pitchFamily="50" charset="-128"/>
                <a:ea typeface="メイリオ" panose="020B0604030504040204" pitchFamily="50" charset="-128"/>
              </a:rPr>
              <a:t>・</a:t>
            </a:r>
            <a:r>
              <a:rPr kumimoji="0" lang="ja-JP" altLang="en-US" sz="1050" b="1"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プロジェクト体制：</a:t>
            </a:r>
            <a:endParaRPr kumimoji="0" lang="en-US" altLang="ja-JP" sz="1050" b="1"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r>
              <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　候補者対応と同様、候補者の選考が終了するまでモニタリング報告や定例アポイント、振り返りを実施。</a:t>
            </a:r>
            <a:endPar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r>
              <a:rPr kumimoji="0" lang="ja-JP" altLang="en-US" sz="1050" b="1"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・企業管理画面の利用：</a:t>
            </a:r>
            <a:endParaRPr kumimoji="0" lang="en-US" altLang="ja-JP" sz="1050" b="1" u="sng"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r>
              <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　</a:t>
            </a:r>
            <a:r>
              <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2025</a:t>
            </a:r>
            <a:r>
              <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年</a:t>
            </a:r>
            <a:r>
              <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4</a:t>
            </a:r>
            <a:r>
              <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月</a:t>
            </a:r>
            <a:r>
              <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30</a:t>
            </a:r>
            <a:r>
              <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日</a:t>
            </a:r>
            <a:r>
              <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a:t>
            </a:r>
            <a:r>
              <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予定</a:t>
            </a:r>
            <a:r>
              <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a:t>
            </a:r>
            <a:r>
              <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をもって提供終了。終了後はシステムへのログイン・応募者管理・情報参照等全ての機能が</a:t>
            </a:r>
            <a:endPar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r>
              <a:rPr kumimoji="0" lang="ja-JP" altLang="en-US" sz="1050">
                <a:solidFill>
                  <a:srgbClr val="000000"/>
                </a:solidFill>
                <a:latin typeface="メイリオ"/>
                <a:ea typeface="メイリオ"/>
                <a:cs typeface="メイリオ" panose="020B0604030504040204" pitchFamily="50" charset="-128"/>
              </a:rPr>
              <a:t>　利用できなくなるため、応募者のレジュメ情報等バックアップが必要な情報はあらかじめ期限内にダウンロード等の</a:t>
            </a:r>
            <a:endParaRPr kumimoji="0" lang="en-US" altLang="ja-JP" sz="1050">
              <a:solidFill>
                <a:srgbClr val="000000"/>
              </a:solidFill>
              <a:latin typeface="メイリオ"/>
              <a:ea typeface="メイリオ"/>
              <a:cs typeface="メイリオ" panose="020B0604030504040204" pitchFamily="50" charset="-128"/>
            </a:endParaRPr>
          </a:p>
          <a:p>
            <a:r>
              <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rPr>
              <a:t>　対応をお願いしたい。</a:t>
            </a:r>
            <a:endPar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kumimoji="0" lang="en-US" altLang="ja-JP"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r>
              <a:rPr kumimoji="1" lang="ja-JP" altLang="en-US" sz="1050" b="1" dirty="0">
                <a:solidFill>
                  <a:schemeClr val="tx2"/>
                </a:solidFill>
                <a:latin typeface="メイリオ" panose="020B0604030504040204" pitchFamily="50" charset="-128"/>
                <a:ea typeface="メイリオ" panose="020B0604030504040204" pitchFamily="50" charset="-128"/>
              </a:rPr>
              <a:t>■</a:t>
            </a:r>
            <a:r>
              <a:rPr kumimoji="1" lang="en-US" altLang="ja-JP" sz="1050" b="1" dirty="0">
                <a:solidFill>
                  <a:schemeClr val="tx2"/>
                </a:solidFill>
                <a:latin typeface="メイリオ" panose="020B0604030504040204" pitchFamily="50" charset="-128"/>
                <a:ea typeface="メイリオ" panose="020B0604030504040204" pitchFamily="50" charset="-128"/>
              </a:rPr>
              <a:t>(</a:t>
            </a:r>
            <a:r>
              <a:rPr kumimoji="1" lang="ja-JP" altLang="en-US" sz="1050" b="1" dirty="0">
                <a:solidFill>
                  <a:schemeClr val="tx2"/>
                </a:solidFill>
                <a:latin typeface="メイリオ" panose="020B0604030504040204" pitchFamily="50" charset="-128"/>
                <a:ea typeface="メイリオ" panose="020B0604030504040204" pitchFamily="50" charset="-128"/>
              </a:rPr>
              <a:t>参考リンク</a:t>
            </a:r>
            <a:r>
              <a:rPr kumimoji="1" lang="en-US" altLang="ja-JP" sz="1050" b="1" dirty="0">
                <a:solidFill>
                  <a:schemeClr val="tx2"/>
                </a:solidFill>
                <a:latin typeface="メイリオ" panose="020B0604030504040204" pitchFamily="50" charset="-128"/>
                <a:ea typeface="メイリオ" panose="020B0604030504040204" pitchFamily="50" charset="-128"/>
              </a:rPr>
              <a:t>)</a:t>
            </a:r>
            <a:r>
              <a:rPr lang="ja-JP" altLang="en-US" sz="1050" b="1" dirty="0">
                <a:solidFill>
                  <a:schemeClr val="tx2"/>
                </a:solidFill>
                <a:latin typeface="メイリオ" panose="020B0604030504040204" pitchFamily="50" charset="-128"/>
                <a:ea typeface="メイリオ" panose="020B0604030504040204" pitchFamily="50" charset="-128"/>
              </a:rPr>
              <a:t>リクナビ</a:t>
            </a:r>
            <a:r>
              <a:rPr lang="en-US" altLang="ja-JP" sz="1050" b="1" dirty="0">
                <a:solidFill>
                  <a:schemeClr val="tx2"/>
                </a:solidFill>
                <a:latin typeface="メイリオ" panose="020B0604030504040204" pitchFamily="50" charset="-128"/>
                <a:ea typeface="メイリオ" panose="020B0604030504040204" pitchFamily="50" charset="-128"/>
              </a:rPr>
              <a:t>NEXT</a:t>
            </a:r>
            <a:r>
              <a:rPr lang="ja-JP" altLang="en-US" sz="1050" b="1" dirty="0">
                <a:solidFill>
                  <a:schemeClr val="tx2"/>
                </a:solidFill>
                <a:latin typeface="メイリオ" panose="020B0604030504040204" pitchFamily="50" charset="-128"/>
                <a:ea typeface="メイリオ" panose="020B0604030504040204" pitchFamily="50" charset="-128"/>
              </a:rPr>
              <a:t>掲載課金商品の終了について</a:t>
            </a:r>
            <a:endParaRPr lang="en-US" altLang="ja-JP" sz="1050" b="1" dirty="0">
              <a:solidFill>
                <a:schemeClr val="tx2"/>
              </a:solidFill>
              <a:latin typeface="メイリオ" panose="020B0604030504040204" pitchFamily="50" charset="-128"/>
              <a:ea typeface="メイリオ" panose="020B0604030504040204" pitchFamily="50" charset="-128"/>
            </a:endParaRPr>
          </a:p>
          <a:p>
            <a:r>
              <a:rPr lang="ja-JP" altLang="en-US" sz="1050" dirty="0">
                <a:hlinkClick r:id="rId2" tooltip="https://cocorou.sharepoint.com/sites/cocorabo/group026/site003/lists/list1/dispform.aspx?id=901&amp;source=https%3a%2f%2fcocorou.sharepoint.com%2fsites%2fcocorabo%2fgroup026%2fsite003%2fsitepages%2fnoticelist.aspx&amp;xsdata=mdv8mdj8fduzngm5ztuxntljzdrizwu3zwfimdhky2jmzmi2ogjifdjmmji0zjqymzq0mdq5nznhogu5njdmnzcynza2mgizfdb8mhw2mzg1otyzmzm2otq1odi0ndn8vw5rbm93bnxwr1zoylhovfpxtjfjbwwwzvzobgnuwnbzmly4zxlkv0lqb2lnqzr3tgpbd01eqwlmq0prswpvavyybhvneklptenkqlrpstzjazkwyudweulpd2lwmvfpt2pfegzrpt18mxxmmk5vwvhsekx6rtvpakkwwwpgae1tttfmvfpstkdzde5erm1nuzfpwtjznexustjnbvpqtnpkaflqsm1avjgwttjjefl6utvoatfotwpoaexuutbavfl0t1dwavpdmwlzbuv5wvdznvpqsxpnmljbzfc1eextzgliqzv6y0dgalpytxziv1z6yzjgblpytxznvgn5tkrbek5qvtjprgd6t0e9pxxjnjqznjixzmjjm2y0ntg3mwm1zda4zgnizmzinjhioxwxn2viowi2zjfinjy0ztfhyjzhn2zmmtm4mjbhmmu5mg%3d%3d&amp;sdata=dxqvrtvmwtn5cvo2q1fcyuwvq0tec3rnswvybmxzestfbfb1ny84n0lkrt0%3d&amp;ovuser=2f224f42-3440-4973-a8e9-67f7727060b3%2c01029867%40r.recruit.co.jp"/>
              </a:rPr>
              <a:t>直販・パートナー</a:t>
            </a:r>
            <a:r>
              <a:rPr lang="en-US" altLang="ja-JP" sz="1050" dirty="0">
                <a:hlinkClick r:id="rId2" tooltip="https://cocorou.sharepoint.com/sites/cocorabo/group026/site003/lists/list1/dispform.aspx?id=901&amp;source=https%3a%2f%2fcocorou.sharepoint.com%2fsites%2fcocorabo%2fgroup026%2fsite003%2fsitepages%2fnoticelist.aspx&amp;xsdata=mdv8mdj8fduzngm5ztuxntljzdrizwu3zwfimdhky2jmzmi2ogjifdjmmji0zjqymzq0mdq5nznhogu5njdmnzcynza2mgizfdb8mhw2mzg1otyzmzm2otq1odi0ndn8vw5rbm93bnxwr1zoylhovfpxtjfjbwwwzvzobgnuwnbzmly4zxlkv0lqb2lnqzr3tgpbd01eqwlmq0prswpvavyybhvneklptenkqlrpstzjazkwyudweulpd2lwmvfpt2pfegzrpt18mxxmmk5vwvhsekx6rtvpakkwwwpgae1tttfmvfpstkdzde5erm1nuzfpwtjznexustjnbvpqtnpkaflqsm1avjgwttjjefl6utvoatfotwpoaexuutbavfl0t1dwavpdmwlzbuv5wvdznvpqsxpnmljbzfc1eextzgliqzv6y0dgalpytxziv1z6yzjgblpytxznvgn5tkrbek5qvtjprgd6t0e9pxxjnjqznjixzmjjm2y0ntg3mwm1zda4zgnizmzinjhioxwxn2viowi2zjfinjy0ztfhyjzhn2zmmtm4mjbhmmu5mg%3d%3d&amp;sdata=dxqvrtvmwtn5cvo2q1fcyuwvq0tec3rnswvybmxzestfbfb1ny84n0lkrt0%3d&amp;ovuser=2f224f42-3440-4973-a8e9-67f7727060b3%2c01029867%40r.recruit.co.jp"/>
              </a:rPr>
              <a:t>ALL - </a:t>
            </a:r>
            <a:r>
              <a:rPr lang="ja-JP" altLang="en-US" sz="1050" dirty="0">
                <a:hlinkClick r:id="rId2" tooltip="https://cocorou.sharepoint.com/sites/cocorabo/group026/site003/lists/list1/dispform.aspx?id=901&amp;source=https%3a%2f%2fcocorou.sharepoint.com%2fsites%2fcocorabo%2fgroup026%2fsite003%2fsitepages%2fnoticelist.aspx&amp;xsdata=mdv8mdj8fduzngm5ztuxntljzdrizwu3zwfimdhky2jmzmi2ogjifdjmmji0zjqymzq0mdq5nznhogu5njdmnzcynza2mgizfdb8mhw2mzg1otyzmzm2otq1odi0ndn8vw5rbm93bnxwr1zoylhovfpxtjfjbwwwzvzobgnuwnbzmly4zxlkv0lqb2lnqzr3tgpbd01eqwlmq0prswpvavyybhvneklptenkqlrpstzjazkwyudweulpd2lwmvfpt2pfegzrpt18mxxmmk5vwvhsekx6rtvpakkwwwpgae1tttfmvfpstkdzde5erm1nuzfpwtjznexustjnbvpqtnpkaflqsm1avjgwttjjefl6utvoatfotwpoaexuutbavfl0t1dwavpdmwlzbuv5wvdznvpqsxpnmljbzfc1eextzgliqzv6y0dgalpytxziv1z6yzjgblpytxznvgn5tkrbek5qvtjprgd6t0e9pxxjnjqznjixzmjjm2y0ntg3mwm1zda4zgnizmzinjhioxwxn2viowi2zjfinjy0ztfhyjzhn2zmmtm4mjbhmmu5mg%3d%3d&amp;sdata=dxqvrtvmwtn5cvo2q1fcyuwvq0tec3rnswvybmxzestfbfb1ny84n0lkrt0%3d&amp;ovuser=2f224f42-3440-4973-a8e9-67f7727060b3%2c01029867%40r.recruit.co.jp"/>
              </a:rPr>
              <a:t>掲載課金商品の終了について </a:t>
            </a:r>
            <a:r>
              <a:rPr lang="en-US" altLang="ja-JP" sz="1050" dirty="0">
                <a:hlinkClick r:id="rId2" tooltip="https://cocorou.sharepoint.com/sites/cocorabo/group026/site003/lists/list1/dispform.aspx?id=901&amp;source=https%3a%2f%2fcocorou.sharepoint.com%2fsites%2fcocorabo%2fgroup026%2fsite003%2fsitepages%2fnoticelist.aspx&amp;xsdata=mdv8mdj8fduzngm5ztuxntljzdrizwu3zwfimdhky2jmzmi2ogjifdjmmji0zjqymzq0mdq5nznhogu5njdmnzcynza2mgizfdb8mhw2mzg1otyzmzm2otq1odi0ndn8vw5rbm93bnxwr1zoylhovfpxtjfjbwwwzvzobgnuwnbzmly4zxlkv0lqb2lnqzr3tgpbd01eqwlmq0prswpvavyybhvneklptenkqlrpstzjazkwyudweulpd2lwmvfpt2pfegzrpt18mxxmmk5vwvhsekx6rtvpakkwwwpgae1tttfmvfpstkdzde5erm1nuzfpwtjznexustjnbvpqtnpkaflqsm1avjgwttjjefl6utvoatfotwpoaexuutbavfl0t1dwavpdmwlzbuv5wvdznvpqsxpnmljbzfc1eextzgliqzv6y0dgalpytxziv1z6yzjgblpytxznvgn5tkrbek5qvtjprgd6t0e9pxxjnjqznjixzmjjm2y0ntg3mwm1zda4zgnizmzinjhioxwxn2viowi2zjfinjy0ztfhyjzhn2zmmtm4mjbhmmu5mg%3d%3d&amp;sdata=dxqvrtvmwtn5cvo2q1fcyuwvq0tec3rnswvybmxzestfbfb1ny84n0lkrt0%3d&amp;ovuser=2f224f42-3440-4973-a8e9-67f7727060b3%2c01029867%40r.recruit.co.jp"/>
              </a:rPr>
              <a:t>(sharepoint.com)</a:t>
            </a:r>
            <a:endParaRPr lang="en-US" altLang="ja-JP" sz="1050" b="1" dirty="0">
              <a:solidFill>
                <a:schemeClr val="tx2"/>
              </a:solidFill>
              <a:latin typeface="メイリオ" panose="020B0604030504040204" pitchFamily="50" charset="-128"/>
              <a:ea typeface="メイリオ" panose="020B0604030504040204" pitchFamily="50" charset="-128"/>
            </a:endParaRPr>
          </a:p>
          <a:p>
            <a:endPar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kumimoji="0" lang="ja-JP" altLang="en-US" sz="1050" dirty="0">
              <a:solidFill>
                <a:srgbClr val="000000"/>
              </a:solidFill>
              <a:latin typeface="メイリオ" panose="020B0604030504040204" pitchFamily="50" charset="-128"/>
              <a:ea typeface="メイリオ" panose="020B0604030504040204" pitchFamily="50" charset="-128"/>
              <a:cs typeface="メイリオ" panose="020B0604030504040204" pitchFamily="50" charset="-128"/>
            </a:endParaRPr>
          </a:p>
          <a:p>
            <a:endParaRPr lang="ja-JP" altLang="en-US" sz="1050" dirty="0">
              <a:solidFill>
                <a:schemeClr val="tx1"/>
              </a:solidFill>
              <a:latin typeface="メイリオ" panose="020B0604030504040204" pitchFamily="50" charset="-128"/>
              <a:ea typeface="メイリオ" panose="020B0604030504040204" pitchFamily="50" charset="-128"/>
            </a:endParaRPr>
          </a:p>
          <a:p>
            <a:endParaRPr kumimoji="1" lang="en-US" altLang="ja-JP" sz="1050" dirty="0">
              <a:solidFill>
                <a:schemeClr val="tx1"/>
              </a:solidFill>
              <a:latin typeface="メイリオ" panose="020B0604030504040204" pitchFamily="50" charset="-128"/>
              <a:ea typeface="メイリオ" panose="020B0604030504040204" pitchFamily="50" charset="-128"/>
            </a:endParaRPr>
          </a:p>
          <a:p>
            <a:endParaRPr kumimoji="1" lang="en-US" altLang="ja-JP" sz="1050" dirty="0">
              <a:solidFill>
                <a:schemeClr val="tx1"/>
              </a:solidFill>
              <a:latin typeface="メイリオ" panose="020B0604030504040204" pitchFamily="50" charset="-128"/>
              <a:ea typeface="メイリオ" panose="020B0604030504040204" pitchFamily="50" charset="-128"/>
            </a:endParaRPr>
          </a:p>
          <a:p>
            <a:endParaRPr kumimoji="1" lang="ja-JP" altLang="en-US" sz="1050" dirty="0">
              <a:solidFill>
                <a:schemeClr val="tx1"/>
              </a:solidFill>
              <a:latin typeface="メイリオ" panose="020B0604030504040204" pitchFamily="50" charset="-128"/>
              <a:ea typeface="メイリオ" panose="020B0604030504040204" pitchFamily="50" charset="-128"/>
            </a:endParaRPr>
          </a:p>
          <a:p>
            <a:endParaRPr lang="en-US" altLang="ja-JP" sz="1050" b="1" dirty="0">
              <a:solidFill>
                <a:schemeClr val="tx2"/>
              </a:solidFill>
              <a:latin typeface="メイリオ" panose="020B0604030504040204" pitchFamily="50" charset="-128"/>
              <a:ea typeface="メイリオ" panose="020B0604030504040204" pitchFamily="50" charset="-128"/>
            </a:endParaRPr>
          </a:p>
          <a:p>
            <a:endParaRPr kumimoji="1" lang="ja-JP" altLang="en-US" sz="1050" dirty="0">
              <a:solidFill>
                <a:schemeClr val="tx1"/>
              </a:solidFill>
              <a:latin typeface="メイリオ" panose="020B0604030504040204" pitchFamily="50" charset="-128"/>
              <a:ea typeface="メイリオ" panose="020B0604030504040204" pitchFamily="50" charset="-128"/>
            </a:endParaRPr>
          </a:p>
          <a:p>
            <a:endParaRPr kumimoji="1"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kumimoji="1" lang="en-US" altLang="ja-JP" sz="1050" b="1" dirty="0">
              <a:solidFill>
                <a:schemeClr val="tx2"/>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E6194221-440C-5E30-87C9-AD16C233F5BD}"/>
              </a:ext>
            </a:extLst>
          </p:cNvPr>
          <p:cNvSpPr/>
          <p:nvPr/>
        </p:nvSpPr>
        <p:spPr>
          <a:xfrm>
            <a:off x="7894748" y="1591671"/>
            <a:ext cx="4181921" cy="21020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100" b="1" dirty="0">
                <a:solidFill>
                  <a:schemeClr val="tx2"/>
                </a:solidFill>
                <a:latin typeface="メイリオ" panose="020B0604030504040204" pitchFamily="50" charset="-128"/>
                <a:ea typeface="メイリオ" panose="020B0604030504040204" pitchFamily="50" charset="-128"/>
              </a:rPr>
              <a:t>■起案背景</a:t>
            </a:r>
            <a:endParaRPr lang="en-US" altLang="ja-JP" sz="1100" b="1" dirty="0">
              <a:solidFill>
                <a:schemeClr val="tx2"/>
              </a:solidFill>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lang="en-US" altLang="ja-JP" sz="1050" dirty="0">
                <a:solidFill>
                  <a:schemeClr val="tx1"/>
                </a:solidFill>
                <a:latin typeface="メイリオ" panose="020B0604030504040204" pitchFamily="50" charset="-128"/>
                <a:ea typeface="メイリオ" panose="020B0604030504040204" pitchFamily="50" charset="-128"/>
              </a:rPr>
              <a:t>2025</a:t>
            </a:r>
            <a:r>
              <a:rPr lang="ja-JP" altLang="en-US" sz="1050" dirty="0">
                <a:solidFill>
                  <a:schemeClr val="tx1"/>
                </a:solidFill>
                <a:latin typeface="メイリオ" panose="020B0604030504040204" pitchFamily="50" charset="-128"/>
                <a:ea typeface="メイリオ" panose="020B0604030504040204" pitchFamily="50" charset="-128"/>
              </a:rPr>
              <a:t>年</a:t>
            </a:r>
            <a:r>
              <a:rPr lang="en-US" altLang="ja-JP" sz="1050" dirty="0">
                <a:solidFill>
                  <a:schemeClr val="tx1"/>
                </a:solidFill>
                <a:latin typeface="メイリオ" panose="020B0604030504040204" pitchFamily="50" charset="-128"/>
                <a:ea typeface="メイリオ" panose="020B0604030504040204" pitchFamily="50" charset="-128"/>
              </a:rPr>
              <a:t>3</a:t>
            </a:r>
            <a:r>
              <a:rPr lang="ja-JP" altLang="en-US" sz="1050" dirty="0">
                <a:solidFill>
                  <a:schemeClr val="tx1"/>
                </a:solidFill>
                <a:latin typeface="メイリオ" panose="020B0604030504040204" pitchFamily="50" charset="-128"/>
                <a:ea typeface="メイリオ" panose="020B0604030504040204" pitchFamily="50" charset="-128"/>
              </a:rPr>
              <a:t>月</a:t>
            </a:r>
            <a:r>
              <a:rPr lang="en-US" altLang="ja-JP" sz="1050" dirty="0">
                <a:solidFill>
                  <a:schemeClr val="tx1"/>
                </a:solidFill>
                <a:latin typeface="メイリオ" panose="020B0604030504040204" pitchFamily="50" charset="-128"/>
                <a:ea typeface="メイリオ" panose="020B0604030504040204" pitchFamily="50" charset="-128"/>
              </a:rPr>
              <a:t>27</a:t>
            </a:r>
            <a:r>
              <a:rPr lang="ja-JP" altLang="en-US" sz="1050" dirty="0">
                <a:solidFill>
                  <a:schemeClr val="tx1"/>
                </a:solidFill>
                <a:latin typeface="メイリオ" panose="020B0604030504040204" pitchFamily="50" charset="-128"/>
                <a:ea typeface="メイリオ" panose="020B0604030504040204" pitchFamily="50" charset="-128"/>
              </a:rPr>
              <a:t>日をもってリクナビ</a:t>
            </a:r>
            <a:r>
              <a:rPr lang="en-US" altLang="ja-JP" sz="1050" dirty="0">
                <a:solidFill>
                  <a:schemeClr val="tx1"/>
                </a:solidFill>
                <a:latin typeface="メイリオ" panose="020B0604030504040204" pitchFamily="50" charset="-128"/>
                <a:ea typeface="メイリオ" panose="020B0604030504040204" pitchFamily="50" charset="-128"/>
              </a:rPr>
              <a:t>NEXT</a:t>
            </a:r>
            <a:r>
              <a:rPr lang="ja-JP" altLang="en-US" sz="1050" dirty="0">
                <a:solidFill>
                  <a:schemeClr val="tx1"/>
                </a:solidFill>
                <a:latin typeface="メイリオ" panose="020B0604030504040204" pitchFamily="50" charset="-128"/>
                <a:ea typeface="メイリオ" panose="020B0604030504040204" pitchFamily="50" charset="-128"/>
              </a:rPr>
              <a:t>上でのすべての広告掲載課金型商品の掲載が終了。それに伴い、リクナビ</a:t>
            </a:r>
            <a:r>
              <a:rPr lang="en-US" altLang="ja-JP" sz="1050" dirty="0">
                <a:solidFill>
                  <a:schemeClr val="tx1"/>
                </a:solidFill>
                <a:latin typeface="メイリオ" panose="020B0604030504040204" pitchFamily="50" charset="-128"/>
                <a:ea typeface="メイリオ" panose="020B0604030504040204" pitchFamily="50" charset="-128"/>
              </a:rPr>
              <a:t>NEXT</a:t>
            </a:r>
            <a:r>
              <a:rPr lang="ja-JP" altLang="en-US" sz="1050" dirty="0">
                <a:solidFill>
                  <a:schemeClr val="tx1"/>
                </a:solidFill>
                <a:latin typeface="メイリオ" panose="020B0604030504040204" pitchFamily="50" charset="-128"/>
                <a:ea typeface="メイリオ" panose="020B0604030504040204" pitchFamily="50" charset="-128"/>
              </a:rPr>
              <a:t>の掲載を伴う</a:t>
            </a:r>
            <a:r>
              <a:rPr lang="en-US" altLang="ja-JP" sz="1050" dirty="0">
                <a:solidFill>
                  <a:schemeClr val="tx1"/>
                </a:solidFill>
                <a:latin typeface="メイリオ" panose="020B0604030504040204" pitchFamily="50" charset="-128"/>
                <a:ea typeface="メイリオ" panose="020B0604030504040204" pitchFamily="50" charset="-128"/>
              </a:rPr>
              <a:t>RSS</a:t>
            </a:r>
            <a:r>
              <a:rPr lang="ja-JP" altLang="en-US" sz="1050" dirty="0">
                <a:solidFill>
                  <a:schemeClr val="tx1"/>
                </a:solidFill>
                <a:latin typeface="メイリオ" panose="020B0604030504040204" pitchFamily="50" charset="-128"/>
                <a:ea typeface="メイリオ" panose="020B0604030504040204" pitchFamily="50" charset="-128"/>
              </a:rPr>
              <a:t>サービスが終了となる旨の報告</a:t>
            </a:r>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b="1" dirty="0">
              <a:solidFill>
                <a:schemeClr val="tx2"/>
              </a:solidFill>
              <a:latin typeface="メイリオ" panose="020B0604030504040204" pitchFamily="50" charset="-128"/>
              <a:ea typeface="メイリオ" panose="020B0604030504040204" pitchFamily="50" charset="-128"/>
            </a:endParaRPr>
          </a:p>
          <a:p>
            <a:r>
              <a:rPr lang="ja-JP" altLang="en-US" sz="1100" b="1" dirty="0">
                <a:solidFill>
                  <a:schemeClr val="tx2"/>
                </a:solidFill>
                <a:latin typeface="メイリオ" panose="020B0604030504040204" pitchFamily="50" charset="-128"/>
                <a:ea typeface="メイリオ" panose="020B0604030504040204" pitchFamily="50" charset="-128"/>
              </a:rPr>
              <a:t>■本起案で決めたい事項</a:t>
            </a:r>
            <a:endParaRPr lang="en-US" altLang="ja-JP" sz="1100" b="1" dirty="0">
              <a:solidFill>
                <a:schemeClr val="tx2"/>
              </a:solidFill>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lang="ja-JP" altLang="en-US" sz="1050" dirty="0">
                <a:solidFill>
                  <a:schemeClr val="tx1"/>
                </a:solidFill>
                <a:latin typeface="メイリオ" panose="020B0604030504040204" pitchFamily="50" charset="-128"/>
                <a:ea typeface="メイリオ" panose="020B0604030504040204" pitchFamily="50" charset="-128"/>
              </a:rPr>
              <a:t>特になし</a:t>
            </a:r>
            <a:endParaRPr kumimoji="1" lang="ja-JP" altLang="en-US" sz="1050" dirty="0">
              <a:solidFill>
                <a:schemeClr val="tx1"/>
              </a:solidFill>
              <a:latin typeface="メイリオ" panose="020B0604030504040204" pitchFamily="50" charset="-128"/>
              <a:ea typeface="メイリオ" panose="020B0604030504040204" pitchFamily="50" charset="-128"/>
            </a:endParaRPr>
          </a:p>
        </p:txBody>
      </p:sp>
      <p:sp>
        <p:nvSpPr>
          <p:cNvPr id="6" name="正方形/長方形 5">
            <a:extLst>
              <a:ext uri="{FF2B5EF4-FFF2-40B4-BE49-F238E27FC236}">
                <a16:creationId xmlns:a16="http://schemas.microsoft.com/office/drawing/2014/main" id="{27ED567C-A376-19C4-9226-BC602E1B68BC}"/>
              </a:ext>
            </a:extLst>
          </p:cNvPr>
          <p:cNvSpPr/>
          <p:nvPr/>
        </p:nvSpPr>
        <p:spPr>
          <a:xfrm>
            <a:off x="5136686" y="425088"/>
            <a:ext cx="960888" cy="239536"/>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FC64B35F-8FD3-AD33-BF85-2CF4AE5F6F1F}"/>
              </a:ext>
            </a:extLst>
          </p:cNvPr>
          <p:cNvSpPr/>
          <p:nvPr/>
        </p:nvSpPr>
        <p:spPr>
          <a:xfrm>
            <a:off x="3954185" y="120544"/>
            <a:ext cx="2370436" cy="229672"/>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1501EEDE-2D76-E71F-BD94-4A6A9B9D9BC7}"/>
              </a:ext>
            </a:extLst>
          </p:cNvPr>
          <p:cNvSpPr/>
          <p:nvPr/>
        </p:nvSpPr>
        <p:spPr>
          <a:xfrm>
            <a:off x="4038600" y="1195858"/>
            <a:ext cx="759542" cy="207981"/>
          </a:xfrm>
          <a:prstGeom prst="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50">
              <a:solidFill>
                <a:schemeClr val="tx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0AC6D0AE-0305-EED3-10E5-3301C5C36D65}"/>
              </a:ext>
            </a:extLst>
          </p:cNvPr>
          <p:cNvSpPr/>
          <p:nvPr/>
        </p:nvSpPr>
        <p:spPr>
          <a:xfrm>
            <a:off x="7894748" y="5266329"/>
            <a:ext cx="4181921" cy="1345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en-US" altLang="ja-JP" sz="1050" dirty="0">
                <a:solidFill>
                  <a:schemeClr val="tx1"/>
                </a:solidFill>
                <a:latin typeface="メイリオ" panose="020B0604030504040204" pitchFamily="50" charset="-128"/>
                <a:ea typeface="メイリオ" panose="020B0604030504040204" pitchFamily="50" charset="-128"/>
              </a:rPr>
              <a:t>RSS</a:t>
            </a:r>
            <a:r>
              <a:rPr kumimoji="1" lang="ja-JP" altLang="en-US" sz="1050" dirty="0">
                <a:solidFill>
                  <a:schemeClr val="tx1"/>
                </a:solidFill>
                <a:latin typeface="メイリオ" panose="020B0604030504040204" pitchFamily="50" charset="-128"/>
                <a:ea typeface="メイリオ" panose="020B0604030504040204" pitchFamily="50" charset="-128"/>
              </a:rPr>
              <a:t>プロジェクト実施中</a:t>
            </a:r>
            <a:r>
              <a:rPr kumimoji="1" lang="en-US" altLang="ja-JP" sz="1050" dirty="0">
                <a:solidFill>
                  <a:schemeClr val="tx1"/>
                </a:solidFill>
                <a:latin typeface="メイリオ" panose="020B0604030504040204" pitchFamily="50" charset="-128"/>
                <a:ea typeface="メイリオ" panose="020B0604030504040204" pitchFamily="50" charset="-128"/>
              </a:rPr>
              <a:t>RA</a:t>
            </a:r>
            <a:r>
              <a:rPr kumimoji="1" lang="ja-JP" altLang="en-US" sz="1050" dirty="0">
                <a:solidFill>
                  <a:schemeClr val="tx1"/>
                </a:solidFill>
                <a:latin typeface="メイリオ" panose="020B0604030504040204" pitchFamily="50" charset="-128"/>
                <a:ea typeface="メイリオ" panose="020B0604030504040204" pitchFamily="50" charset="-128"/>
              </a:rPr>
              <a:t>への情報展開（</a:t>
            </a:r>
            <a:r>
              <a:rPr kumimoji="1" lang="en-US" altLang="ja-JP" sz="1050" dirty="0">
                <a:solidFill>
                  <a:schemeClr val="tx1"/>
                </a:solidFill>
                <a:latin typeface="メイリオ" panose="020B0604030504040204" pitchFamily="50" charset="-128"/>
                <a:ea typeface="メイリオ" panose="020B0604030504040204" pitchFamily="50" charset="-128"/>
              </a:rPr>
              <a:t>8/30</a:t>
            </a:r>
            <a:r>
              <a:rPr kumimoji="1" lang="ja-JP" altLang="en-US" sz="1050" dirty="0">
                <a:solidFill>
                  <a:schemeClr val="tx1"/>
                </a:solidFill>
                <a:latin typeface="メイリオ" panose="020B0604030504040204" pitchFamily="50" charset="-128"/>
                <a:ea typeface="メイリオ" panose="020B0604030504040204" pitchFamily="50" charset="-128"/>
              </a:rPr>
              <a:t>目途）</a:t>
            </a:r>
            <a:endParaRPr kumimoji="1" lang="en-US" altLang="ja-JP" sz="1050" dirty="0">
              <a:solidFill>
                <a:schemeClr val="tx1"/>
              </a:solidFill>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r>
              <a:rPr kumimoji="1" lang="en-US" altLang="ja-JP" sz="1050" dirty="0">
                <a:solidFill>
                  <a:schemeClr val="tx1"/>
                </a:solidFill>
                <a:latin typeface="メイリオ" panose="020B0604030504040204" pitchFamily="50" charset="-128"/>
                <a:ea typeface="メイリオ" panose="020B0604030504040204" pitchFamily="50" charset="-128"/>
              </a:rPr>
              <a:t>RSS</a:t>
            </a:r>
            <a:r>
              <a:rPr kumimoji="1" lang="ja-JP" altLang="en-US" sz="1050" dirty="0">
                <a:solidFill>
                  <a:schemeClr val="tx1"/>
                </a:solidFill>
                <a:latin typeface="メイリオ" panose="020B0604030504040204" pitchFamily="50" charset="-128"/>
                <a:ea typeface="メイリオ" panose="020B0604030504040204" pitchFamily="50" charset="-128"/>
              </a:rPr>
              <a:t>プロジェクト実施中</a:t>
            </a:r>
            <a:r>
              <a:rPr lang="ja-JP" altLang="en-US" sz="1050" dirty="0">
                <a:solidFill>
                  <a:schemeClr val="tx1"/>
                </a:solidFill>
                <a:latin typeface="メイリオ" panose="020B0604030504040204" pitchFamily="50" charset="-128"/>
                <a:ea typeface="メイリオ" panose="020B0604030504040204" pitchFamily="50" charset="-128"/>
              </a:rPr>
              <a:t>顧客</a:t>
            </a:r>
            <a:r>
              <a:rPr kumimoji="1" lang="ja-JP" altLang="en-US" sz="1050" dirty="0">
                <a:solidFill>
                  <a:schemeClr val="tx1"/>
                </a:solidFill>
                <a:latin typeface="メイリオ" panose="020B0604030504040204" pitchFamily="50" charset="-128"/>
                <a:ea typeface="メイリオ" panose="020B0604030504040204" pitchFamily="50" charset="-128"/>
              </a:rPr>
              <a:t>へのご説明（</a:t>
            </a:r>
            <a:r>
              <a:rPr kumimoji="1" lang="en-US" altLang="ja-JP" sz="1050" dirty="0">
                <a:solidFill>
                  <a:schemeClr val="tx1"/>
                </a:solidFill>
                <a:latin typeface="メイリオ" panose="020B0604030504040204" pitchFamily="50" charset="-128"/>
                <a:ea typeface="メイリオ" panose="020B0604030504040204" pitchFamily="50" charset="-128"/>
              </a:rPr>
              <a:t>9</a:t>
            </a:r>
            <a:r>
              <a:rPr kumimoji="1" lang="ja-JP" altLang="en-US" sz="1050" dirty="0">
                <a:solidFill>
                  <a:schemeClr val="tx1"/>
                </a:solidFill>
                <a:latin typeface="メイリオ" panose="020B0604030504040204" pitchFamily="50" charset="-128"/>
                <a:ea typeface="メイリオ" panose="020B0604030504040204" pitchFamily="50" charset="-128"/>
              </a:rPr>
              <a:t>月中に各プロジェクトの企業定例にてプランナーより周知）</a:t>
            </a:r>
            <a:endParaRPr kumimoji="1" lang="en-US" altLang="ja-JP" sz="1050" dirty="0">
              <a:solidFill>
                <a:schemeClr val="tx1"/>
              </a:solidFill>
              <a:latin typeface="メイリオ" panose="020B0604030504040204" pitchFamily="50" charset="-128"/>
              <a:ea typeface="メイリオ" panose="020B0604030504040204" pitchFamily="50" charset="-128"/>
            </a:endParaRPr>
          </a:p>
          <a:p>
            <a:pPr marL="171450" indent="-171450">
              <a:buFont typeface="Arial" panose="020B0604020202020204" pitchFamily="34" charset="0"/>
              <a:buChar char="•"/>
            </a:pPr>
            <a:endParaRPr kumimoji="1" lang="ja-JP" altLang="en-US" sz="105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FF5FAE4B-99AD-D622-25E0-6AB66FAEF994}"/>
              </a:ext>
            </a:extLst>
          </p:cNvPr>
          <p:cNvSpPr/>
          <p:nvPr/>
        </p:nvSpPr>
        <p:spPr>
          <a:xfrm>
            <a:off x="9226724" y="715563"/>
            <a:ext cx="2849945" cy="207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solidFill>
                <a:latin typeface="メイリオ" panose="020B0604030504040204" pitchFamily="50" charset="-128"/>
                <a:ea typeface="メイリオ" panose="020B0604030504040204" pitchFamily="50" charset="-128"/>
              </a:rPr>
              <a:t>松岡　美幸</a:t>
            </a:r>
          </a:p>
        </p:txBody>
      </p:sp>
      <p:sp>
        <p:nvSpPr>
          <p:cNvPr id="11" name="正方形/長方形 10">
            <a:extLst>
              <a:ext uri="{FF2B5EF4-FFF2-40B4-BE49-F238E27FC236}">
                <a16:creationId xmlns:a16="http://schemas.microsoft.com/office/drawing/2014/main" id="{F21F34B0-472D-57EA-1D76-43C5C364E2C2}"/>
              </a:ext>
            </a:extLst>
          </p:cNvPr>
          <p:cNvSpPr/>
          <p:nvPr/>
        </p:nvSpPr>
        <p:spPr>
          <a:xfrm>
            <a:off x="9226724" y="923544"/>
            <a:ext cx="2849945" cy="207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solidFill>
                <a:latin typeface="メイリオ" panose="020B0604030504040204" pitchFamily="50" charset="-128"/>
                <a:ea typeface="メイリオ" panose="020B0604030504040204" pitchFamily="50" charset="-128"/>
              </a:rPr>
              <a:t>大渕　将彰</a:t>
            </a:r>
          </a:p>
        </p:txBody>
      </p:sp>
      <p:sp>
        <p:nvSpPr>
          <p:cNvPr id="12" name="正方形/長方形 11">
            <a:extLst>
              <a:ext uri="{FF2B5EF4-FFF2-40B4-BE49-F238E27FC236}">
                <a16:creationId xmlns:a16="http://schemas.microsoft.com/office/drawing/2014/main" id="{53B12252-ACFC-25CF-3411-5D1A9EFD07A5}"/>
              </a:ext>
            </a:extLst>
          </p:cNvPr>
          <p:cNvSpPr/>
          <p:nvPr/>
        </p:nvSpPr>
        <p:spPr>
          <a:xfrm>
            <a:off x="9226724" y="1131525"/>
            <a:ext cx="2849945" cy="207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kumimoji="1" lang="ja-JP" altLang="en-US" sz="1050" dirty="0">
                <a:solidFill>
                  <a:schemeClr val="tx1"/>
                </a:solidFill>
                <a:latin typeface="メイリオ" panose="020B0604030504040204" pitchFamily="50" charset="-128"/>
                <a:ea typeface="メイリオ" panose="020B0604030504040204" pitchFamily="50" charset="-128"/>
              </a:rPr>
              <a:t>ー</a:t>
            </a:r>
          </a:p>
        </p:txBody>
      </p:sp>
      <p:sp>
        <p:nvSpPr>
          <p:cNvPr id="13" name="正方形/長方形 12">
            <a:extLst>
              <a:ext uri="{FF2B5EF4-FFF2-40B4-BE49-F238E27FC236}">
                <a16:creationId xmlns:a16="http://schemas.microsoft.com/office/drawing/2014/main" id="{4CA6C7BB-8700-C30A-8A09-96025254D21E}"/>
              </a:ext>
            </a:extLst>
          </p:cNvPr>
          <p:cNvSpPr/>
          <p:nvPr/>
        </p:nvSpPr>
        <p:spPr>
          <a:xfrm>
            <a:off x="9226724" y="1339506"/>
            <a:ext cx="2849945" cy="2079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ja-JP" altLang="en-US" sz="1050" dirty="0">
                <a:solidFill>
                  <a:schemeClr val="tx1"/>
                </a:solidFill>
                <a:latin typeface="メイリオ" panose="020B0604030504040204" pitchFamily="50" charset="-128"/>
                <a:ea typeface="メイリオ" panose="020B0604030504040204" pitchFamily="50" charset="-128"/>
              </a:rPr>
              <a:t>プロジェクト企画</a:t>
            </a:r>
            <a:r>
              <a:rPr lang="en-US" altLang="ja-JP" sz="1050" dirty="0">
                <a:solidFill>
                  <a:schemeClr val="tx1"/>
                </a:solidFill>
                <a:latin typeface="メイリオ" panose="020B0604030504040204" pitchFamily="50" charset="-128"/>
                <a:ea typeface="メイリオ" panose="020B0604030504040204" pitchFamily="50" charset="-128"/>
              </a:rPr>
              <a:t>G</a:t>
            </a:r>
            <a:r>
              <a:rPr lang="ja-JP" altLang="en-US" sz="1050" dirty="0">
                <a:solidFill>
                  <a:schemeClr val="tx1"/>
                </a:solidFill>
                <a:latin typeface="メイリオ" panose="020B0604030504040204" pitchFamily="50" charset="-128"/>
                <a:ea typeface="メイリオ" panose="020B0604030504040204" pitchFamily="50" charset="-128"/>
              </a:rPr>
              <a:t>　二階堂</a:t>
            </a:r>
            <a:endParaRPr kumimoji="1" lang="ja-JP" altLang="en-US" sz="1050" dirty="0">
              <a:solidFill>
                <a:schemeClr val="tx1"/>
              </a:solidFill>
              <a:latin typeface="メイリオ" panose="020B0604030504040204" pitchFamily="50" charset="-128"/>
              <a:ea typeface="メイリオ" panose="020B0604030504040204" pitchFamily="50" charset="-128"/>
            </a:endParaRPr>
          </a:p>
        </p:txBody>
      </p:sp>
      <p:sp>
        <p:nvSpPr>
          <p:cNvPr id="14" name="正方形/長方形 13">
            <a:extLst>
              <a:ext uri="{FF2B5EF4-FFF2-40B4-BE49-F238E27FC236}">
                <a16:creationId xmlns:a16="http://schemas.microsoft.com/office/drawing/2014/main" id="{123120B4-F338-3691-A80E-B8B80A382E69}"/>
              </a:ext>
            </a:extLst>
          </p:cNvPr>
          <p:cNvSpPr/>
          <p:nvPr/>
        </p:nvSpPr>
        <p:spPr>
          <a:xfrm>
            <a:off x="330896" y="715563"/>
            <a:ext cx="7163440" cy="415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ja-JP" altLang="en-US" sz="1400" dirty="0">
                <a:solidFill>
                  <a:schemeClr val="tx1"/>
                </a:solidFill>
                <a:latin typeface="メイリオ" panose="020B0604030504040204" pitchFamily="50" charset="-128"/>
                <a:ea typeface="メイリオ" panose="020B0604030504040204" pitchFamily="50" charset="-128"/>
              </a:rPr>
              <a:t>リクナビ</a:t>
            </a:r>
            <a:r>
              <a:rPr lang="en-US" altLang="ja-JP" sz="1400" dirty="0">
                <a:solidFill>
                  <a:schemeClr val="tx1"/>
                </a:solidFill>
                <a:latin typeface="メイリオ" panose="020B0604030504040204" pitchFamily="50" charset="-128"/>
                <a:ea typeface="メイリオ" panose="020B0604030504040204" pitchFamily="50" charset="-128"/>
              </a:rPr>
              <a:t>NEXT</a:t>
            </a:r>
            <a:r>
              <a:rPr kumimoji="1" lang="ja-JP" altLang="en-US" sz="1400" dirty="0">
                <a:solidFill>
                  <a:schemeClr val="tx1"/>
                </a:solidFill>
                <a:latin typeface="メイリオ" panose="020B0604030504040204" pitchFamily="50" charset="-128"/>
                <a:ea typeface="メイリオ" panose="020B0604030504040204" pitchFamily="50" charset="-128"/>
              </a:rPr>
              <a:t>広告掲載課金型商品の販売終了に伴う</a:t>
            </a:r>
            <a:r>
              <a:rPr kumimoji="1" lang="en-US" altLang="ja-JP" sz="1400" dirty="0">
                <a:solidFill>
                  <a:schemeClr val="tx1"/>
                </a:solidFill>
                <a:latin typeface="メイリオ" panose="020B0604030504040204" pitchFamily="50" charset="-128"/>
                <a:ea typeface="メイリオ" panose="020B0604030504040204" pitchFamily="50" charset="-128"/>
              </a:rPr>
              <a:t>RSS</a:t>
            </a:r>
            <a:r>
              <a:rPr kumimoji="1" lang="ja-JP" altLang="en-US" sz="1400" dirty="0">
                <a:solidFill>
                  <a:schemeClr val="tx1"/>
                </a:solidFill>
                <a:latin typeface="メイリオ" panose="020B0604030504040204" pitchFamily="50" charset="-128"/>
                <a:ea typeface="メイリオ" panose="020B0604030504040204" pitchFamily="50" charset="-128"/>
              </a:rPr>
              <a:t>サービスの終了のご報告</a:t>
            </a:r>
          </a:p>
        </p:txBody>
      </p:sp>
      <p:sp>
        <p:nvSpPr>
          <p:cNvPr id="15" name="正方形/長方形 14">
            <a:extLst>
              <a:ext uri="{FF2B5EF4-FFF2-40B4-BE49-F238E27FC236}">
                <a16:creationId xmlns:a16="http://schemas.microsoft.com/office/drawing/2014/main" id="{DDA3238D-F2BF-B8F5-F47A-EC957064ABA6}"/>
              </a:ext>
            </a:extLst>
          </p:cNvPr>
          <p:cNvSpPr/>
          <p:nvPr/>
        </p:nvSpPr>
        <p:spPr>
          <a:xfrm>
            <a:off x="7894747" y="3773831"/>
            <a:ext cx="4181921" cy="144185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buFont typeface="Arial" panose="020B0604020202020204" pitchFamily="34" charset="0"/>
              <a:buChar char="•"/>
            </a:pPr>
            <a:r>
              <a:rPr kumimoji="1" lang="ja-JP" altLang="en-US" sz="1050" dirty="0">
                <a:solidFill>
                  <a:schemeClr val="tx1"/>
                </a:solidFill>
                <a:latin typeface="メイリオ" panose="020B0604030504040204" pitchFamily="50" charset="-128"/>
                <a:ea typeface="メイリオ" panose="020B0604030504040204" pitchFamily="50" charset="-128"/>
              </a:rPr>
              <a:t>報告案件のため無し</a:t>
            </a:r>
          </a:p>
        </p:txBody>
      </p:sp>
      <p:sp>
        <p:nvSpPr>
          <p:cNvPr id="16" name="正方形/長方形 15">
            <a:extLst>
              <a:ext uri="{FF2B5EF4-FFF2-40B4-BE49-F238E27FC236}">
                <a16:creationId xmlns:a16="http://schemas.microsoft.com/office/drawing/2014/main" id="{3BA08E19-14B1-8F50-EDA8-07270D4684ED}"/>
              </a:ext>
            </a:extLst>
          </p:cNvPr>
          <p:cNvSpPr/>
          <p:nvPr/>
        </p:nvSpPr>
        <p:spPr>
          <a:xfrm>
            <a:off x="330896" y="1131524"/>
            <a:ext cx="1635064" cy="415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latin typeface="メイリオ" panose="020B0604030504040204" pitchFamily="50" charset="-128"/>
                <a:ea typeface="メイリオ" panose="020B0604030504040204" pitchFamily="50" charset="-128"/>
              </a:rPr>
              <a:t>2024</a:t>
            </a:r>
            <a:r>
              <a:rPr kumimoji="1" lang="ja-JP" altLang="en-US" sz="1400" dirty="0">
                <a:solidFill>
                  <a:schemeClr val="tx1"/>
                </a:solidFill>
                <a:latin typeface="メイリオ" panose="020B0604030504040204" pitchFamily="50" charset="-128"/>
                <a:ea typeface="メイリオ" panose="020B0604030504040204" pitchFamily="50" charset="-128"/>
              </a:rPr>
              <a:t>年</a:t>
            </a:r>
            <a:r>
              <a:rPr lang="en-US" altLang="ja-JP" sz="1400" dirty="0">
                <a:solidFill>
                  <a:schemeClr val="tx1"/>
                </a:solidFill>
                <a:latin typeface="メイリオ" panose="020B0604030504040204" pitchFamily="50" charset="-128"/>
                <a:ea typeface="メイリオ" panose="020B0604030504040204" pitchFamily="50" charset="-128"/>
              </a:rPr>
              <a:t>8</a:t>
            </a:r>
            <a:r>
              <a:rPr kumimoji="1" lang="ja-JP" altLang="en-US" sz="1400" dirty="0">
                <a:solidFill>
                  <a:schemeClr val="tx1"/>
                </a:solidFill>
                <a:latin typeface="メイリオ" panose="020B0604030504040204" pitchFamily="50" charset="-128"/>
                <a:ea typeface="メイリオ" panose="020B0604030504040204" pitchFamily="50" charset="-128"/>
              </a:rPr>
              <a:t>月</a:t>
            </a:r>
            <a:r>
              <a:rPr kumimoji="1" lang="en-US" altLang="ja-JP" sz="1400" dirty="0">
                <a:solidFill>
                  <a:schemeClr val="tx1"/>
                </a:solidFill>
                <a:latin typeface="メイリオ" panose="020B0604030504040204" pitchFamily="50" charset="-128"/>
                <a:ea typeface="メイリオ" panose="020B0604030504040204" pitchFamily="50" charset="-128"/>
              </a:rPr>
              <a:t>23</a:t>
            </a:r>
            <a:r>
              <a:rPr lang="ja-JP" altLang="en-US" sz="1400" dirty="0">
                <a:solidFill>
                  <a:schemeClr val="tx1"/>
                </a:solidFill>
                <a:latin typeface="メイリオ" panose="020B0604030504040204" pitchFamily="50" charset="-128"/>
                <a:ea typeface="メイリオ" panose="020B0604030504040204" pitchFamily="50" charset="-128"/>
              </a:rPr>
              <a:t>日</a:t>
            </a:r>
            <a:endParaRPr kumimoji="1" lang="en-US" altLang="ja-JP" sz="1400" dirty="0">
              <a:solidFill>
                <a:schemeClr val="tx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4082579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コンテンツ プレースホルダー 8">
            <a:extLst>
              <a:ext uri="{FF2B5EF4-FFF2-40B4-BE49-F238E27FC236}">
                <a16:creationId xmlns:a16="http://schemas.microsoft.com/office/drawing/2014/main" id="{A18C6801-2F5D-E04F-03EB-2F138218AA8B}"/>
              </a:ext>
            </a:extLst>
          </p:cNvPr>
          <p:cNvPicPr>
            <a:picLocks noGrp="1" noChangeAspect="1"/>
          </p:cNvPicPr>
          <p:nvPr>
            <p:ph sz="quarter" idx="14"/>
          </p:nvPr>
        </p:nvPicPr>
        <p:blipFill>
          <a:blip r:embed="rId2"/>
          <a:stretch>
            <a:fillRect/>
          </a:stretch>
        </p:blipFill>
        <p:spPr>
          <a:xfrm>
            <a:off x="1428325" y="812800"/>
            <a:ext cx="9335349" cy="5232400"/>
          </a:xfrm>
          <a:prstGeom prst="rect">
            <a:avLst/>
          </a:prstGeom>
        </p:spPr>
      </p:pic>
      <p:sp>
        <p:nvSpPr>
          <p:cNvPr id="3" name="テキスト プレースホルダー 2">
            <a:extLst>
              <a:ext uri="{FF2B5EF4-FFF2-40B4-BE49-F238E27FC236}">
                <a16:creationId xmlns:a16="http://schemas.microsoft.com/office/drawing/2014/main" id="{3656BF61-A9EC-178A-F7F5-525F21679342}"/>
              </a:ext>
            </a:extLst>
          </p:cNvPr>
          <p:cNvSpPr>
            <a:spLocks noGrp="1"/>
          </p:cNvSpPr>
          <p:nvPr>
            <p:ph type="body" sz="quarter" idx="13"/>
          </p:nvPr>
        </p:nvSpPr>
        <p:spPr>
          <a:xfrm>
            <a:off x="360363" y="183090"/>
            <a:ext cx="11448000" cy="284693"/>
          </a:xfrm>
        </p:spPr>
        <p:txBody>
          <a:bodyPr/>
          <a:lstStyle/>
          <a:p>
            <a:r>
              <a:rPr kumimoji="1" lang="ja-JP" altLang="en-US" sz="2000" b="1" dirty="0">
                <a:solidFill>
                  <a:schemeClr val="tx2"/>
                </a:solidFill>
                <a:latin typeface="メイリオ" panose="020B0604030504040204" pitchFamily="50" charset="-128"/>
                <a:ea typeface="メイリオ" panose="020B0604030504040204" pitchFamily="50" charset="-128"/>
              </a:rPr>
              <a:t>■終了に伴い各顧客より想定される</a:t>
            </a:r>
            <a:r>
              <a:rPr kumimoji="1" lang="en-US" altLang="ja-JP" sz="2000" b="1" dirty="0">
                <a:solidFill>
                  <a:schemeClr val="tx2"/>
                </a:solidFill>
                <a:latin typeface="メイリオ" panose="020B0604030504040204" pitchFamily="50" charset="-128"/>
                <a:ea typeface="メイリオ" panose="020B0604030504040204" pitchFamily="50" charset="-128"/>
              </a:rPr>
              <a:t>Q&amp;A</a:t>
            </a:r>
          </a:p>
        </p:txBody>
      </p:sp>
      <p:sp>
        <p:nvSpPr>
          <p:cNvPr id="4" name="フッター プレースホルダー 3">
            <a:extLst>
              <a:ext uri="{FF2B5EF4-FFF2-40B4-BE49-F238E27FC236}">
                <a16:creationId xmlns:a16="http://schemas.microsoft.com/office/drawing/2014/main" id="{C0836949-6090-8E42-1189-CE6D42A8BBF1}"/>
              </a:ext>
            </a:extLst>
          </p:cNvPr>
          <p:cNvSpPr>
            <a:spLocks noGrp="1"/>
          </p:cNvSpPr>
          <p:nvPr>
            <p:ph type="ftr" sz="quarter" idx="3"/>
          </p:nvPr>
        </p:nvSpPr>
        <p:spPr/>
        <p:txBody>
          <a:bodyPr/>
          <a:lstStyle/>
          <a:p>
            <a:r>
              <a:rPr lang="en" altLang="ja-JP"/>
              <a:t>(C) Recruit Co., Ltd. All rights reserved. </a:t>
            </a:r>
            <a:endParaRPr lang="ja-JP" altLang="en-US"/>
          </a:p>
        </p:txBody>
      </p:sp>
      <p:sp>
        <p:nvSpPr>
          <p:cNvPr id="5" name="スライド番号プレースホルダー 4">
            <a:extLst>
              <a:ext uri="{FF2B5EF4-FFF2-40B4-BE49-F238E27FC236}">
                <a16:creationId xmlns:a16="http://schemas.microsoft.com/office/drawing/2014/main" id="{9E98D2DD-73CB-9AE6-FCC7-39ADF1360296}"/>
              </a:ext>
            </a:extLst>
          </p:cNvPr>
          <p:cNvSpPr>
            <a:spLocks noGrp="1"/>
          </p:cNvSpPr>
          <p:nvPr>
            <p:ph type="sldNum" sz="quarter" idx="4"/>
          </p:nvPr>
        </p:nvSpPr>
        <p:spPr/>
        <p:txBody>
          <a:bodyPr/>
          <a:lstStyle/>
          <a:p>
            <a:fld id="{EDD55F78-D87A-074E-B5DA-6C9B598DD91F}" type="slidenum">
              <a:rPr lang="ja-JP" altLang="en-US" smtClean="0"/>
              <a:pPr/>
              <a:t>2</a:t>
            </a:fld>
            <a:endParaRPr lang="ja-JP" altLang="en-US"/>
          </a:p>
        </p:txBody>
      </p:sp>
    </p:spTree>
    <p:extLst>
      <p:ext uri="{BB962C8B-B14F-4D97-AF65-F5344CB8AC3E}">
        <p14:creationId xmlns:p14="http://schemas.microsoft.com/office/powerpoint/2010/main" val="3153402330"/>
      </p:ext>
    </p:extLst>
  </p:cSld>
  <p:clrMapOvr>
    <a:masterClrMapping/>
  </p:clrMapOvr>
</p:sld>
</file>

<file path=ppt/theme/theme1.xml><?xml version="1.0" encoding="utf-8"?>
<a:theme xmlns:a="http://schemas.openxmlformats.org/drawingml/2006/main" name="デザインの設定">
  <a:themeElements>
    <a:clrScheme name="RAG営業用">
      <a:dk1>
        <a:srgbClr val="000000"/>
      </a:dk1>
      <a:lt1>
        <a:srgbClr val="FFFFFF"/>
      </a:lt1>
      <a:dk2>
        <a:srgbClr val="1156BD"/>
      </a:dk2>
      <a:lt2>
        <a:srgbClr val="F7FAFF"/>
      </a:lt2>
      <a:accent1>
        <a:srgbClr val="FF6400"/>
      </a:accent1>
      <a:accent2>
        <a:srgbClr val="E1E8F6"/>
      </a:accent2>
      <a:accent3>
        <a:srgbClr val="EB4D3C"/>
      </a:accent3>
      <a:accent4>
        <a:srgbClr val="FFE2EB"/>
      </a:accent4>
      <a:accent5>
        <a:srgbClr val="51BD69"/>
      </a:accent5>
      <a:accent6>
        <a:srgbClr val="DCF6E1"/>
      </a:accent6>
      <a:hlink>
        <a:srgbClr val="0563C1"/>
      </a:hlink>
      <a:folHlink>
        <a:srgbClr val="B1D0FF"/>
      </a:folHlink>
    </a:clrScheme>
    <a:fontScheme name="ユーザー定義 2">
      <a:majorFont>
        <a:latin typeface="Arial"/>
        <a:ea typeface="メイリオ"/>
        <a:cs typeface=""/>
      </a:majorFont>
      <a:minorFont>
        <a:latin typeface="Arial"/>
        <a:ea typeface="メイリオ"/>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kumimoji="1" sz="1050">
            <a:solidFill>
              <a:schemeClr val="tx1"/>
            </a:solidFill>
          </a:defRPr>
        </a:defPPr>
      </a:lstStyle>
      <a:style>
        <a:lnRef idx="2">
          <a:schemeClr val="accent2">
            <a:shade val="50000"/>
          </a:schemeClr>
        </a:lnRef>
        <a:fillRef idx="1">
          <a:schemeClr val="accent2"/>
        </a:fillRef>
        <a:effectRef idx="0">
          <a:schemeClr val="accent2"/>
        </a:effectRef>
        <a:fontRef idx="minor">
          <a:schemeClr val="lt1"/>
        </a:fontRef>
      </a:style>
    </a:spDef>
    <a:txDef>
      <a:spPr>
        <a:noFill/>
      </a:spPr>
      <a:bodyPr wrap="square" rtlCol="0">
        <a:spAutoFit/>
      </a:bodyPr>
      <a:lstStyle>
        <a:defPPr algn="l">
          <a:defRPr kumimoji="1" sz="1050"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09efd2a-5ae1-4d27-ae0d-63ce2557e69e" xsi:nil="true"/>
    <lcf76f155ced4ddcb4097134ff3c332f xmlns="ccfbcd61-86be-49c0-83a9-f8f6bb5354d6">
      <Terms xmlns="http://schemas.microsoft.com/office/infopath/2007/PartnerControls"/>
    </lcf76f155ced4ddcb4097134ff3c332f>
    <MediaLengthInSeconds xmlns="ccfbcd61-86be-49c0-83a9-f8f6bb5354d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656772EF0482B543B9E25F9D620EFC9A" ma:contentTypeVersion="12" ma:contentTypeDescription="新しいドキュメントを作成します。" ma:contentTypeScope="" ma:versionID="339d8288dfb7121a13ede60e6f05612e">
  <xsd:schema xmlns:xsd="http://www.w3.org/2001/XMLSchema" xmlns:xs="http://www.w3.org/2001/XMLSchema" xmlns:p="http://schemas.microsoft.com/office/2006/metadata/properties" xmlns:ns2="ccfbcd61-86be-49c0-83a9-f8f6bb5354d6" xmlns:ns3="109efd2a-5ae1-4d27-ae0d-63ce2557e69e" targetNamespace="http://schemas.microsoft.com/office/2006/metadata/properties" ma:root="true" ma:fieldsID="d4fbb0a4634d5fcc18e9a4e01a529cfc" ns2:_="" ns3:_="">
    <xsd:import namespace="ccfbcd61-86be-49c0-83a9-f8f6bb5354d6"/>
    <xsd:import namespace="109efd2a-5ae1-4d27-ae0d-63ce2557e69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fbcd61-86be-49c0-83a9-f8f6bb5354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lcf76f155ced4ddcb4097134ff3c332f" ma:index="14" nillable="true" ma:taxonomy="true" ma:internalName="lcf76f155ced4ddcb4097134ff3c332f" ma:taxonomyFieldName="MediaServiceImageTags" ma:displayName="画像タグ" ma:readOnly="false" ma:fieldId="{5cf76f15-5ced-4ddc-b409-7134ff3c332f}" ma:taxonomyMulti="true" ma:sspId="a3a9e2b4-bd26-462e-b1d1-efb57a71636b"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09efd2a-5ae1-4d27-ae0d-63ce2557e69e"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c488246b-304d-47f3-9751-de3430ce6f66}" ma:internalName="TaxCatchAll" ma:showField="CatchAllData" ma:web="109efd2a-5ae1-4d27-ae0d-63ce2557e69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A3FFFF9-5E31-4A02-A95B-D36DC8B82918}">
  <ds:schemaRefs>
    <ds:schemaRef ds:uri="http://schemas.microsoft.com/sharepoint/v3/contenttype/forms"/>
  </ds:schemaRefs>
</ds:datastoreItem>
</file>

<file path=customXml/itemProps2.xml><?xml version="1.0" encoding="utf-8"?>
<ds:datastoreItem xmlns:ds="http://schemas.openxmlformats.org/officeDocument/2006/customXml" ds:itemID="{8CDA315C-5273-473B-90CD-B7E951C5CA14}">
  <ds:schemaRefs>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 ds:uri="57ce8107-df7d-436b-a245-27856596e656"/>
    <ds:schemaRef ds:uri="http://schemas.microsoft.com/office/2006/metadata/properties"/>
    <ds:schemaRef ds:uri="http://www.w3.org/XML/1998/namespace"/>
    <ds:schemaRef ds:uri="http://purl.org/dc/dcmitype/"/>
    <ds:schemaRef ds:uri="a27442c1-de7f-4edb-88b5-ae6c9336ab63"/>
    <ds:schemaRef ds:uri="ffcb7ab3-3998-4bce-afaa-fe835beff4b0"/>
    <ds:schemaRef ds:uri="109efd2a-5ae1-4d27-ae0d-63ce2557e69e"/>
    <ds:schemaRef ds:uri="ccfbcd61-86be-49c0-83a9-f8f6bb5354d6"/>
  </ds:schemaRefs>
</ds:datastoreItem>
</file>

<file path=customXml/itemProps3.xml><?xml version="1.0" encoding="utf-8"?>
<ds:datastoreItem xmlns:ds="http://schemas.openxmlformats.org/officeDocument/2006/customXml" ds:itemID="{DDB7467E-8000-4343-AB5A-52ACD55B5E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cfbcd61-86be-49c0-83a9-f8f6bb5354d6"/>
    <ds:schemaRef ds:uri="109efd2a-5ae1-4d27-ae0d-63ce2557e69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307</TotalTime>
  <Words>440</Words>
  <Application>Microsoft Office PowerPoint</Application>
  <PresentationFormat>ワイド画面</PresentationFormat>
  <Paragraphs>56</Paragraphs>
  <Slides>2</Slides>
  <Notes>0</Notes>
  <HiddenSlides>0</HiddenSlides>
  <MMClips>0</MMClips>
  <ScaleCrop>false</ScaleCrop>
  <HeadingPairs>
    <vt:vector size="4" baseType="variant">
      <vt:variant>
        <vt:lpstr>テーマ</vt:lpstr>
      </vt:variant>
      <vt:variant>
        <vt:i4>1</vt:i4>
      </vt:variant>
      <vt:variant>
        <vt:lpstr>スライド タイトル</vt:lpstr>
      </vt:variant>
      <vt:variant>
        <vt:i4>2</vt:i4>
      </vt:variant>
    </vt:vector>
  </HeadingPairs>
  <TitlesOfParts>
    <vt:vector size="3" baseType="lpstr">
      <vt:lpstr>デザインの設定</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村井 貴行</dc:creator>
  <cp:lastModifiedBy>将彰 大渕</cp:lastModifiedBy>
  <cp:revision>34</cp:revision>
  <dcterms:created xsi:type="dcterms:W3CDTF">2023-01-31T13:46:09Z</dcterms:created>
  <dcterms:modified xsi:type="dcterms:W3CDTF">2024-08-30T03:33:23Z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0x010100656772EF0482B543B9E25F9D620EFC9A</vt:lpwstr>
  </property>
  <property fmtid="{D5CDD505-2E9C-101B-9397-08002B2CF9AE}" pid="3" name="MediaServiceImageTags">
    <vt:lpwstr/>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