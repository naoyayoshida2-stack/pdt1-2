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notesMasterIdLst>
    <p:notesMasterId r:id="rId14"/>
  </p:notesMasterIdLst>
  <p:sldIdLst>
    <p:sldId id="3015" r:id="rId5"/>
    <p:sldId id="2147375787" r:id="rId6"/>
    <p:sldId id="2147375788" r:id="rId7"/>
    <p:sldId id="2147375786" r:id="rId8"/>
    <p:sldId id="2147375796" r:id="rId9"/>
    <p:sldId id="2147375790" r:id="rId10"/>
    <p:sldId id="2147375785" r:id="rId11"/>
    <p:sldId id="2147375789" r:id="rId12"/>
    <p:sldId id="2147375797"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0E802DF8-B621-48AD-8DAA-B592D380C9BE}">
          <p14:sldIdLst>
            <p14:sldId id="3015"/>
          </p14:sldIdLst>
        </p14:section>
        <p14:section name="補足資料" id="{92AD969E-8329-4441-B848-76A4E2BABD2A}">
          <p14:sldIdLst>
            <p14:sldId id="2147375787"/>
            <p14:sldId id="2147375788"/>
            <p14:sldId id="2147375786"/>
            <p14:sldId id="2147375796"/>
            <p14:sldId id="2147375790"/>
            <p14:sldId id="2147375785"/>
            <p14:sldId id="2147375789"/>
            <p14:sldId id="21473757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B1BC"/>
    <a:srgbClr val="D9EEF7"/>
    <a:srgbClr val="3AADDB"/>
    <a:srgbClr val="D5D6D9"/>
    <a:srgbClr val="DCF6E1"/>
    <a:srgbClr val="52BD69"/>
    <a:srgbClr val="FFE2EB"/>
    <a:srgbClr val="EB4D3D"/>
    <a:srgbClr val="F7FAFF"/>
    <a:srgbClr val="1156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BA08FC-E5B7-432A-8033-FDBE66140AFE}"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kumimoji="1" lang="ja-JP" altLang="en-US"/>
        </a:p>
      </dgm:t>
    </dgm:pt>
    <dgm:pt modelId="{EDEBE031-C426-4285-AB98-90816A4C9025}">
      <dgm:prSet phldrT="[テキスト]" custT="1"/>
      <dgm:spPr/>
      <dgm:t>
        <a:bodyPr/>
        <a:lstStyle/>
        <a:p>
          <a:r>
            <a:rPr kumimoji="1" lang="ja-JP" altLang="en-US" sz="1100"/>
            <a:t>進捗なし</a:t>
          </a:r>
          <a:endParaRPr kumimoji="1" lang="en-US" altLang="ja-JP" sz="1100"/>
        </a:p>
        <a:p>
          <a:r>
            <a:rPr kumimoji="1" lang="ja-JP" altLang="en-US" sz="1100"/>
            <a:t>ストック</a:t>
          </a:r>
          <a:r>
            <a:rPr kumimoji="1" lang="en-US" altLang="ja-JP" sz="1100"/>
            <a:t>CS</a:t>
          </a:r>
          <a:endParaRPr kumimoji="1" lang="ja-JP" altLang="en-US" sz="1100"/>
        </a:p>
      </dgm:t>
    </dgm:pt>
    <dgm:pt modelId="{A425665D-AD87-4622-8A96-07D20773FE4B}" type="parTrans" cxnId="{43799210-E422-47FC-9DF8-1B249BC5EA6D}">
      <dgm:prSet/>
      <dgm:spPr/>
      <dgm:t>
        <a:bodyPr/>
        <a:lstStyle/>
        <a:p>
          <a:endParaRPr kumimoji="1" lang="ja-JP" altLang="en-US" sz="1100"/>
        </a:p>
      </dgm:t>
    </dgm:pt>
    <dgm:pt modelId="{DAA2960D-9565-4513-A6BB-41D50E6259E8}" type="sibTrans" cxnId="{43799210-E422-47FC-9DF8-1B249BC5EA6D}">
      <dgm:prSet/>
      <dgm:spPr/>
      <dgm:t>
        <a:bodyPr/>
        <a:lstStyle/>
        <a:p>
          <a:endParaRPr kumimoji="1" lang="ja-JP" altLang="en-US" sz="1100"/>
        </a:p>
      </dgm:t>
    </dgm:pt>
    <dgm:pt modelId="{ACE9DFCF-CD26-49FA-B9A3-DF0BD408ADE8}">
      <dgm:prSet phldrT="[テキスト]" custT="1"/>
      <dgm:spPr/>
      <dgm:t>
        <a:bodyPr/>
        <a:lstStyle/>
        <a:p>
          <a:r>
            <a:rPr kumimoji="1" lang="en-US" altLang="ja-JP" sz="1100"/>
            <a:t>CA</a:t>
          </a:r>
          <a:r>
            <a:rPr kumimoji="1" lang="ja-JP" altLang="en-US" sz="1100"/>
            <a:t>アサイン希望</a:t>
          </a:r>
        </a:p>
      </dgm:t>
    </dgm:pt>
    <dgm:pt modelId="{89A465E8-2785-46CF-8C40-A67A5340B64B}" type="parTrans" cxnId="{AF8F5FE2-19EB-49A4-8D81-BCE6900340E2}">
      <dgm:prSet custT="1"/>
      <dgm:spPr/>
      <dgm:t>
        <a:bodyPr/>
        <a:lstStyle/>
        <a:p>
          <a:endParaRPr kumimoji="1" lang="ja-JP" altLang="en-US" sz="1100"/>
        </a:p>
      </dgm:t>
    </dgm:pt>
    <dgm:pt modelId="{87B020B3-9B05-4D37-B86D-148CF3B6970F}" type="sibTrans" cxnId="{AF8F5FE2-19EB-49A4-8D81-BCE6900340E2}">
      <dgm:prSet/>
      <dgm:spPr/>
      <dgm:t>
        <a:bodyPr/>
        <a:lstStyle/>
        <a:p>
          <a:endParaRPr kumimoji="1" lang="ja-JP" altLang="en-US" sz="1100"/>
        </a:p>
      </dgm:t>
    </dgm:pt>
    <dgm:pt modelId="{AC80F986-94E2-450A-B11B-F0F5585ECDEC}">
      <dgm:prSet phldrT="[テキスト]" custT="1"/>
      <dgm:spPr>
        <a:ln w="57150">
          <a:solidFill>
            <a:srgbClr val="FF0000"/>
          </a:solidFill>
        </a:ln>
      </dgm:spPr>
      <dgm:t>
        <a:bodyPr/>
        <a:lstStyle/>
        <a:p>
          <a:r>
            <a:rPr kumimoji="1" lang="en-US" altLang="ja-JP" sz="1100"/>
            <a:t>HCS</a:t>
          </a:r>
          <a:r>
            <a:rPr kumimoji="1" lang="ja-JP" altLang="en-US" sz="1100"/>
            <a:t>移管</a:t>
          </a:r>
        </a:p>
      </dgm:t>
    </dgm:pt>
    <dgm:pt modelId="{1DF34AE3-DDF1-43D2-944F-732BA1914D7C}" type="parTrans" cxnId="{50BAD551-2F11-4665-AF72-262FDF88FC54}">
      <dgm:prSet custT="1"/>
      <dgm:spPr/>
      <dgm:t>
        <a:bodyPr/>
        <a:lstStyle/>
        <a:p>
          <a:endParaRPr kumimoji="1" lang="ja-JP" altLang="en-US" sz="1100"/>
        </a:p>
      </dgm:t>
    </dgm:pt>
    <dgm:pt modelId="{771D5D5B-FE6C-4024-8E97-4A50C3AA79C9}" type="sibTrans" cxnId="{50BAD551-2F11-4665-AF72-262FDF88FC54}">
      <dgm:prSet/>
      <dgm:spPr/>
      <dgm:t>
        <a:bodyPr/>
        <a:lstStyle/>
        <a:p>
          <a:endParaRPr kumimoji="1" lang="ja-JP" altLang="en-US" sz="1100"/>
        </a:p>
      </dgm:t>
    </dgm:pt>
    <dgm:pt modelId="{60845C32-8E65-4EB8-B184-52C0D23C47E0}">
      <dgm:prSet phldrT="[テキスト]" custT="1"/>
      <dgm:spPr/>
      <dgm:t>
        <a:bodyPr/>
        <a:lstStyle/>
        <a:p>
          <a:r>
            <a:rPr kumimoji="1" lang="en-US" altLang="ja-JP" sz="1100"/>
            <a:t>CA</a:t>
          </a:r>
          <a:r>
            <a:rPr kumimoji="1" lang="ja-JP" altLang="en-US" sz="1100"/>
            <a:t>アサイン不要</a:t>
          </a:r>
        </a:p>
      </dgm:t>
    </dgm:pt>
    <dgm:pt modelId="{AC87FACC-3977-494F-A4F7-2663C12BC0AE}" type="parTrans" cxnId="{030AF993-58EB-424A-A0F2-2ABFFCF4B480}">
      <dgm:prSet custT="1"/>
      <dgm:spPr/>
      <dgm:t>
        <a:bodyPr/>
        <a:lstStyle/>
        <a:p>
          <a:endParaRPr kumimoji="1" lang="ja-JP" altLang="en-US" sz="1100"/>
        </a:p>
      </dgm:t>
    </dgm:pt>
    <dgm:pt modelId="{BE081C96-4327-4936-90A3-19CBA1BE61F6}" type="sibTrans" cxnId="{030AF993-58EB-424A-A0F2-2ABFFCF4B480}">
      <dgm:prSet/>
      <dgm:spPr/>
      <dgm:t>
        <a:bodyPr/>
        <a:lstStyle/>
        <a:p>
          <a:endParaRPr kumimoji="1" lang="ja-JP" altLang="en-US" sz="1100"/>
        </a:p>
      </dgm:t>
    </dgm:pt>
    <dgm:pt modelId="{339D622B-210B-4A29-863B-FE0520622162}">
      <dgm:prSet phldrT="[テキスト]" custT="1"/>
      <dgm:spPr/>
      <dgm:t>
        <a:bodyPr/>
        <a:lstStyle/>
        <a:p>
          <a:r>
            <a:rPr kumimoji="1" lang="ja-JP" altLang="en-US" sz="1100"/>
            <a:t>全社</a:t>
          </a:r>
          <a:r>
            <a:rPr kumimoji="1" lang="en-US" altLang="ja-JP" sz="1100"/>
            <a:t>DB</a:t>
          </a:r>
          <a:endParaRPr kumimoji="1" lang="ja-JP" altLang="en-US" sz="1100"/>
        </a:p>
      </dgm:t>
    </dgm:pt>
    <dgm:pt modelId="{6563FEA0-020C-4C0C-9E6E-4D4959E382ED}" type="parTrans" cxnId="{2E059949-9DEA-4B46-898A-FD9852DA5867}">
      <dgm:prSet custT="1"/>
      <dgm:spPr/>
      <dgm:t>
        <a:bodyPr/>
        <a:lstStyle/>
        <a:p>
          <a:endParaRPr kumimoji="1" lang="ja-JP" altLang="en-US" sz="1100"/>
        </a:p>
      </dgm:t>
    </dgm:pt>
    <dgm:pt modelId="{1506A271-F5C5-46F6-9489-61B304D9B55D}" type="sibTrans" cxnId="{2E059949-9DEA-4B46-898A-FD9852DA5867}">
      <dgm:prSet/>
      <dgm:spPr/>
      <dgm:t>
        <a:bodyPr/>
        <a:lstStyle/>
        <a:p>
          <a:endParaRPr kumimoji="1" lang="ja-JP" altLang="en-US" sz="1100"/>
        </a:p>
      </dgm:t>
    </dgm:pt>
    <dgm:pt modelId="{CEDE5EA9-85D8-4955-AAFF-B0B47D979641}">
      <dgm:prSet phldrT="[テキスト]" custT="1"/>
      <dgm:spPr/>
      <dgm:t>
        <a:bodyPr/>
        <a:lstStyle/>
        <a:p>
          <a:r>
            <a:rPr kumimoji="1" lang="ja-JP" altLang="en-US" sz="1100"/>
            <a:t>全社</a:t>
          </a:r>
          <a:r>
            <a:rPr kumimoji="1" lang="en-US" altLang="ja-JP" sz="1100"/>
            <a:t>DB</a:t>
          </a:r>
          <a:endParaRPr kumimoji="1" lang="ja-JP" altLang="en-US" sz="1100"/>
        </a:p>
      </dgm:t>
    </dgm:pt>
    <dgm:pt modelId="{D667ACCB-0328-4B5E-8767-EA9B574E609A}" type="parTrans" cxnId="{CE56E5E9-7EBE-433F-BCBA-67EF2BE6C225}">
      <dgm:prSet custT="1"/>
      <dgm:spPr/>
      <dgm:t>
        <a:bodyPr/>
        <a:lstStyle/>
        <a:p>
          <a:endParaRPr kumimoji="1" lang="ja-JP" altLang="en-US" sz="1100"/>
        </a:p>
      </dgm:t>
    </dgm:pt>
    <dgm:pt modelId="{6272CC2E-D13E-4828-A1E7-EEB66FB6123B}" type="sibTrans" cxnId="{CE56E5E9-7EBE-433F-BCBA-67EF2BE6C225}">
      <dgm:prSet/>
      <dgm:spPr/>
      <dgm:t>
        <a:bodyPr/>
        <a:lstStyle/>
        <a:p>
          <a:endParaRPr kumimoji="1" lang="ja-JP" altLang="en-US" sz="1100"/>
        </a:p>
      </dgm:t>
    </dgm:pt>
    <dgm:pt modelId="{6B381AB2-D616-44AB-90D3-21AC35F1A790}">
      <dgm:prSet phldrT="[テキスト]" custT="1"/>
      <dgm:spPr/>
      <dgm:t>
        <a:bodyPr/>
        <a:lstStyle/>
        <a:p>
          <a:r>
            <a:rPr kumimoji="1" lang="en-US" altLang="ja-JP" sz="1100"/>
            <a:t>CS</a:t>
          </a:r>
          <a:r>
            <a:rPr kumimoji="1" lang="ja-JP" altLang="en-US" sz="1100"/>
            <a:t>意向確認</a:t>
          </a:r>
          <a:endParaRPr kumimoji="1" lang="en-US" altLang="ja-JP" sz="1100"/>
        </a:p>
        <a:p>
          <a:r>
            <a:rPr kumimoji="1" lang="en-US" altLang="ja-JP" sz="1100"/>
            <a:t>CA</a:t>
          </a:r>
          <a:r>
            <a:rPr kumimoji="1" lang="ja-JP" altLang="en-US" sz="1100"/>
            <a:t>アサイン要否</a:t>
          </a:r>
        </a:p>
      </dgm:t>
    </dgm:pt>
    <dgm:pt modelId="{441035D6-0867-401D-A232-BD08B05DD4F3}" type="parTrans" cxnId="{FB88F0CE-997E-49CF-BB47-6705A1608342}">
      <dgm:prSet custT="1"/>
      <dgm:spPr/>
      <dgm:t>
        <a:bodyPr/>
        <a:lstStyle/>
        <a:p>
          <a:endParaRPr kumimoji="1" lang="ja-JP" altLang="en-US" sz="1100"/>
        </a:p>
      </dgm:t>
    </dgm:pt>
    <dgm:pt modelId="{2B9A1365-4D12-4C62-A163-1CFECD71286A}" type="sibTrans" cxnId="{FB88F0CE-997E-49CF-BB47-6705A1608342}">
      <dgm:prSet/>
      <dgm:spPr/>
      <dgm:t>
        <a:bodyPr/>
        <a:lstStyle/>
        <a:p>
          <a:endParaRPr kumimoji="1" lang="ja-JP" altLang="en-US" sz="1100"/>
        </a:p>
      </dgm:t>
    </dgm:pt>
    <dgm:pt modelId="{1EA97B7D-890B-4465-A496-0CED8084AF9A}">
      <dgm:prSet phldrT="[テキスト]" custT="1"/>
      <dgm:spPr/>
      <dgm:t>
        <a:bodyPr/>
        <a:lstStyle/>
        <a:p>
          <a:r>
            <a:rPr kumimoji="1" lang="ja-JP" altLang="en-US" sz="1100"/>
            <a:t>期日まで返信なし</a:t>
          </a:r>
        </a:p>
      </dgm:t>
    </dgm:pt>
    <dgm:pt modelId="{5D3DDAD4-4390-4EDF-8669-425B4DCB7086}" type="parTrans" cxnId="{7AF1DE23-581F-44BE-9D07-F17621B153CC}">
      <dgm:prSet custT="1"/>
      <dgm:spPr/>
      <dgm:t>
        <a:bodyPr/>
        <a:lstStyle/>
        <a:p>
          <a:endParaRPr kumimoji="1" lang="ja-JP" altLang="en-US" sz="1100"/>
        </a:p>
      </dgm:t>
    </dgm:pt>
    <dgm:pt modelId="{5ADCADBC-E473-466A-89C8-5A298056BCDF}" type="sibTrans" cxnId="{7AF1DE23-581F-44BE-9D07-F17621B153CC}">
      <dgm:prSet/>
      <dgm:spPr/>
      <dgm:t>
        <a:bodyPr/>
        <a:lstStyle/>
        <a:p>
          <a:endParaRPr kumimoji="1" lang="ja-JP" altLang="en-US" sz="1100"/>
        </a:p>
      </dgm:t>
    </dgm:pt>
    <dgm:pt modelId="{23FB9D8B-F1CD-4114-8522-88528C694196}" type="pres">
      <dgm:prSet presAssocID="{A1BA08FC-E5B7-432A-8033-FDBE66140AFE}" presName="diagram" presStyleCnt="0">
        <dgm:presLayoutVars>
          <dgm:chPref val="1"/>
          <dgm:dir/>
          <dgm:animOne val="branch"/>
          <dgm:animLvl val="lvl"/>
          <dgm:resizeHandles val="exact"/>
        </dgm:presLayoutVars>
      </dgm:prSet>
      <dgm:spPr/>
    </dgm:pt>
    <dgm:pt modelId="{1D21F3A7-8419-40BC-8AB2-A94744B01EAD}" type="pres">
      <dgm:prSet presAssocID="{EDEBE031-C426-4285-AB98-90816A4C9025}" presName="root1" presStyleCnt="0"/>
      <dgm:spPr/>
    </dgm:pt>
    <dgm:pt modelId="{B811C0C0-6E54-4BD3-BA25-19EF25D6A9D5}" type="pres">
      <dgm:prSet presAssocID="{EDEBE031-C426-4285-AB98-90816A4C9025}" presName="LevelOneTextNode" presStyleLbl="node0" presStyleIdx="0" presStyleCnt="1">
        <dgm:presLayoutVars>
          <dgm:chPref val="3"/>
        </dgm:presLayoutVars>
      </dgm:prSet>
      <dgm:spPr/>
    </dgm:pt>
    <dgm:pt modelId="{E5D07051-3489-4CB6-A4DA-4D68817F9787}" type="pres">
      <dgm:prSet presAssocID="{EDEBE031-C426-4285-AB98-90816A4C9025}" presName="level2hierChild" presStyleCnt="0"/>
      <dgm:spPr/>
    </dgm:pt>
    <dgm:pt modelId="{F900BBC3-6B57-4204-B1B7-ACE8F42B6B15}" type="pres">
      <dgm:prSet presAssocID="{441035D6-0867-401D-A232-BD08B05DD4F3}" presName="conn2-1" presStyleLbl="parChTrans1D2" presStyleIdx="0" presStyleCnt="1"/>
      <dgm:spPr/>
    </dgm:pt>
    <dgm:pt modelId="{5445B3A1-3E87-4BBF-87B6-D797FAFD26A3}" type="pres">
      <dgm:prSet presAssocID="{441035D6-0867-401D-A232-BD08B05DD4F3}" presName="connTx" presStyleLbl="parChTrans1D2" presStyleIdx="0" presStyleCnt="1"/>
      <dgm:spPr/>
    </dgm:pt>
    <dgm:pt modelId="{7AA72409-DD4A-4D91-922D-A7529CA5149D}" type="pres">
      <dgm:prSet presAssocID="{6B381AB2-D616-44AB-90D3-21AC35F1A790}" presName="root2" presStyleCnt="0"/>
      <dgm:spPr/>
    </dgm:pt>
    <dgm:pt modelId="{F5B7ABF6-4221-4919-8798-0BA1953013D5}" type="pres">
      <dgm:prSet presAssocID="{6B381AB2-D616-44AB-90D3-21AC35F1A790}" presName="LevelTwoTextNode" presStyleLbl="node2" presStyleIdx="0" presStyleCnt="1">
        <dgm:presLayoutVars>
          <dgm:chPref val="3"/>
        </dgm:presLayoutVars>
      </dgm:prSet>
      <dgm:spPr/>
    </dgm:pt>
    <dgm:pt modelId="{483FA008-9C38-4303-B198-415D57AF671F}" type="pres">
      <dgm:prSet presAssocID="{6B381AB2-D616-44AB-90D3-21AC35F1A790}" presName="level3hierChild" presStyleCnt="0"/>
      <dgm:spPr/>
    </dgm:pt>
    <dgm:pt modelId="{E557C053-1C2E-4289-8BA3-00E506E87904}" type="pres">
      <dgm:prSet presAssocID="{89A465E8-2785-46CF-8C40-A67A5340B64B}" presName="conn2-1" presStyleLbl="parChTrans1D3" presStyleIdx="0" presStyleCnt="3"/>
      <dgm:spPr/>
    </dgm:pt>
    <dgm:pt modelId="{4D459472-839D-4198-9F94-2E388020E9A3}" type="pres">
      <dgm:prSet presAssocID="{89A465E8-2785-46CF-8C40-A67A5340B64B}" presName="connTx" presStyleLbl="parChTrans1D3" presStyleIdx="0" presStyleCnt="3"/>
      <dgm:spPr/>
    </dgm:pt>
    <dgm:pt modelId="{E8F8863E-6E6B-4FAB-8E65-3EE1D2507C04}" type="pres">
      <dgm:prSet presAssocID="{ACE9DFCF-CD26-49FA-B9A3-DF0BD408ADE8}" presName="root2" presStyleCnt="0"/>
      <dgm:spPr/>
    </dgm:pt>
    <dgm:pt modelId="{692A89E7-159E-43F2-B126-7E8D36E45CC0}" type="pres">
      <dgm:prSet presAssocID="{ACE9DFCF-CD26-49FA-B9A3-DF0BD408ADE8}" presName="LevelTwoTextNode" presStyleLbl="node3" presStyleIdx="0" presStyleCnt="3">
        <dgm:presLayoutVars>
          <dgm:chPref val="3"/>
        </dgm:presLayoutVars>
      </dgm:prSet>
      <dgm:spPr/>
    </dgm:pt>
    <dgm:pt modelId="{DECF23AB-6DA3-48F5-A19E-474169D8D876}" type="pres">
      <dgm:prSet presAssocID="{ACE9DFCF-CD26-49FA-B9A3-DF0BD408ADE8}" presName="level3hierChild" presStyleCnt="0"/>
      <dgm:spPr/>
    </dgm:pt>
    <dgm:pt modelId="{BE3FA179-354B-4C97-9136-558C2F2397A3}" type="pres">
      <dgm:prSet presAssocID="{1DF34AE3-DDF1-43D2-944F-732BA1914D7C}" presName="conn2-1" presStyleLbl="parChTrans1D4" presStyleIdx="0" presStyleCnt="3"/>
      <dgm:spPr/>
    </dgm:pt>
    <dgm:pt modelId="{2C7B532E-BC1A-4247-8A30-79FE40072CC1}" type="pres">
      <dgm:prSet presAssocID="{1DF34AE3-DDF1-43D2-944F-732BA1914D7C}" presName="connTx" presStyleLbl="parChTrans1D4" presStyleIdx="0" presStyleCnt="3"/>
      <dgm:spPr/>
    </dgm:pt>
    <dgm:pt modelId="{9DEA7D0A-06EB-4183-9886-FAB9AF1B9511}" type="pres">
      <dgm:prSet presAssocID="{AC80F986-94E2-450A-B11B-F0F5585ECDEC}" presName="root2" presStyleCnt="0"/>
      <dgm:spPr/>
    </dgm:pt>
    <dgm:pt modelId="{B1BB3C2E-F607-4E84-85D1-681CDBF5E8AD}" type="pres">
      <dgm:prSet presAssocID="{AC80F986-94E2-450A-B11B-F0F5585ECDEC}" presName="LevelTwoTextNode" presStyleLbl="node4" presStyleIdx="0" presStyleCnt="3">
        <dgm:presLayoutVars>
          <dgm:chPref val="3"/>
        </dgm:presLayoutVars>
      </dgm:prSet>
      <dgm:spPr/>
    </dgm:pt>
    <dgm:pt modelId="{3BA3C02B-A3CA-44A7-AB26-542638919CE7}" type="pres">
      <dgm:prSet presAssocID="{AC80F986-94E2-450A-B11B-F0F5585ECDEC}" presName="level3hierChild" presStyleCnt="0"/>
      <dgm:spPr/>
    </dgm:pt>
    <dgm:pt modelId="{273C8B9F-F7C6-4237-9967-66F512AE5F4C}" type="pres">
      <dgm:prSet presAssocID="{AC87FACC-3977-494F-A4F7-2663C12BC0AE}" presName="conn2-1" presStyleLbl="parChTrans1D3" presStyleIdx="1" presStyleCnt="3"/>
      <dgm:spPr/>
    </dgm:pt>
    <dgm:pt modelId="{4414AAF0-1C8A-41FA-BAA8-0E9DE07FFCAE}" type="pres">
      <dgm:prSet presAssocID="{AC87FACC-3977-494F-A4F7-2663C12BC0AE}" presName="connTx" presStyleLbl="parChTrans1D3" presStyleIdx="1" presStyleCnt="3"/>
      <dgm:spPr/>
    </dgm:pt>
    <dgm:pt modelId="{32399D63-27F9-482C-BF7A-27FACCC1DC5E}" type="pres">
      <dgm:prSet presAssocID="{60845C32-8E65-4EB8-B184-52C0D23C47E0}" presName="root2" presStyleCnt="0"/>
      <dgm:spPr/>
    </dgm:pt>
    <dgm:pt modelId="{D43708EC-DD11-44A7-B3E1-70A2C6154785}" type="pres">
      <dgm:prSet presAssocID="{60845C32-8E65-4EB8-B184-52C0D23C47E0}" presName="LevelTwoTextNode" presStyleLbl="node3" presStyleIdx="1" presStyleCnt="3">
        <dgm:presLayoutVars>
          <dgm:chPref val="3"/>
        </dgm:presLayoutVars>
      </dgm:prSet>
      <dgm:spPr/>
    </dgm:pt>
    <dgm:pt modelId="{89715034-E596-4B0A-98F7-02E2E6477F3F}" type="pres">
      <dgm:prSet presAssocID="{60845C32-8E65-4EB8-B184-52C0D23C47E0}" presName="level3hierChild" presStyleCnt="0"/>
      <dgm:spPr/>
    </dgm:pt>
    <dgm:pt modelId="{4FCE21F2-F85D-461E-990A-285917C40F49}" type="pres">
      <dgm:prSet presAssocID="{6563FEA0-020C-4C0C-9E6E-4D4959E382ED}" presName="conn2-1" presStyleLbl="parChTrans1D4" presStyleIdx="1" presStyleCnt="3"/>
      <dgm:spPr/>
    </dgm:pt>
    <dgm:pt modelId="{B5168027-D73B-464D-9BD5-A3CA1BFE067B}" type="pres">
      <dgm:prSet presAssocID="{6563FEA0-020C-4C0C-9E6E-4D4959E382ED}" presName="connTx" presStyleLbl="parChTrans1D4" presStyleIdx="1" presStyleCnt="3"/>
      <dgm:spPr/>
    </dgm:pt>
    <dgm:pt modelId="{E30EE73B-7267-4F8C-80A3-E3FE004EE9F1}" type="pres">
      <dgm:prSet presAssocID="{339D622B-210B-4A29-863B-FE0520622162}" presName="root2" presStyleCnt="0"/>
      <dgm:spPr/>
    </dgm:pt>
    <dgm:pt modelId="{C0F1EAAA-51F4-42BE-9406-4D7DD59BCF20}" type="pres">
      <dgm:prSet presAssocID="{339D622B-210B-4A29-863B-FE0520622162}" presName="LevelTwoTextNode" presStyleLbl="node4" presStyleIdx="1" presStyleCnt="3">
        <dgm:presLayoutVars>
          <dgm:chPref val="3"/>
        </dgm:presLayoutVars>
      </dgm:prSet>
      <dgm:spPr/>
    </dgm:pt>
    <dgm:pt modelId="{EBBD0979-2C36-47E0-BABE-85A94FD8E536}" type="pres">
      <dgm:prSet presAssocID="{339D622B-210B-4A29-863B-FE0520622162}" presName="level3hierChild" presStyleCnt="0"/>
      <dgm:spPr/>
    </dgm:pt>
    <dgm:pt modelId="{88D1766B-65D0-43BD-8C1F-4B18FBEEA889}" type="pres">
      <dgm:prSet presAssocID="{5D3DDAD4-4390-4EDF-8669-425B4DCB7086}" presName="conn2-1" presStyleLbl="parChTrans1D3" presStyleIdx="2" presStyleCnt="3"/>
      <dgm:spPr/>
    </dgm:pt>
    <dgm:pt modelId="{6FBC02F0-B823-47AC-9919-7AEB7D8CAEE1}" type="pres">
      <dgm:prSet presAssocID="{5D3DDAD4-4390-4EDF-8669-425B4DCB7086}" presName="connTx" presStyleLbl="parChTrans1D3" presStyleIdx="2" presStyleCnt="3"/>
      <dgm:spPr/>
    </dgm:pt>
    <dgm:pt modelId="{3D1866E6-12B0-43C3-94B3-941F19EFE23F}" type="pres">
      <dgm:prSet presAssocID="{1EA97B7D-890B-4465-A496-0CED8084AF9A}" presName="root2" presStyleCnt="0"/>
      <dgm:spPr/>
    </dgm:pt>
    <dgm:pt modelId="{936C92A8-881B-43BA-8733-70585484AFFA}" type="pres">
      <dgm:prSet presAssocID="{1EA97B7D-890B-4465-A496-0CED8084AF9A}" presName="LevelTwoTextNode" presStyleLbl="node3" presStyleIdx="2" presStyleCnt="3">
        <dgm:presLayoutVars>
          <dgm:chPref val="3"/>
        </dgm:presLayoutVars>
      </dgm:prSet>
      <dgm:spPr/>
    </dgm:pt>
    <dgm:pt modelId="{3752F686-9424-434A-A100-46730C8CBC4B}" type="pres">
      <dgm:prSet presAssocID="{1EA97B7D-890B-4465-A496-0CED8084AF9A}" presName="level3hierChild" presStyleCnt="0"/>
      <dgm:spPr/>
    </dgm:pt>
    <dgm:pt modelId="{A880205F-98A3-4D89-8F15-2765A6B42A8D}" type="pres">
      <dgm:prSet presAssocID="{D667ACCB-0328-4B5E-8767-EA9B574E609A}" presName="conn2-1" presStyleLbl="parChTrans1D4" presStyleIdx="2" presStyleCnt="3"/>
      <dgm:spPr/>
    </dgm:pt>
    <dgm:pt modelId="{C2C44BEA-8EBB-4709-8B2F-095A03114508}" type="pres">
      <dgm:prSet presAssocID="{D667ACCB-0328-4B5E-8767-EA9B574E609A}" presName="connTx" presStyleLbl="parChTrans1D4" presStyleIdx="2" presStyleCnt="3"/>
      <dgm:spPr/>
    </dgm:pt>
    <dgm:pt modelId="{363432AC-3C4D-4433-918F-DEBC31A89B0F}" type="pres">
      <dgm:prSet presAssocID="{CEDE5EA9-85D8-4955-AAFF-B0B47D979641}" presName="root2" presStyleCnt="0"/>
      <dgm:spPr/>
    </dgm:pt>
    <dgm:pt modelId="{D9942AA6-4810-4601-8A6B-64F81766CC63}" type="pres">
      <dgm:prSet presAssocID="{CEDE5EA9-85D8-4955-AAFF-B0B47D979641}" presName="LevelTwoTextNode" presStyleLbl="node4" presStyleIdx="2" presStyleCnt="3">
        <dgm:presLayoutVars>
          <dgm:chPref val="3"/>
        </dgm:presLayoutVars>
      </dgm:prSet>
      <dgm:spPr/>
    </dgm:pt>
    <dgm:pt modelId="{B685896F-0208-42DB-905C-2A22E12A737C}" type="pres">
      <dgm:prSet presAssocID="{CEDE5EA9-85D8-4955-AAFF-B0B47D979641}" presName="level3hierChild" presStyleCnt="0"/>
      <dgm:spPr/>
    </dgm:pt>
  </dgm:ptLst>
  <dgm:cxnLst>
    <dgm:cxn modelId="{E5814400-55C6-4D52-A28D-D49816F67167}" type="presOf" srcId="{5D3DDAD4-4390-4EDF-8669-425B4DCB7086}" destId="{6FBC02F0-B823-47AC-9919-7AEB7D8CAEE1}" srcOrd="1" destOrd="0" presId="urn:microsoft.com/office/officeart/2005/8/layout/hierarchy2"/>
    <dgm:cxn modelId="{8F4C9A02-94AF-4E09-B361-7888AB34E6E1}" type="presOf" srcId="{89A465E8-2785-46CF-8C40-A67A5340B64B}" destId="{E557C053-1C2E-4289-8BA3-00E506E87904}" srcOrd="0" destOrd="0" presId="urn:microsoft.com/office/officeart/2005/8/layout/hierarchy2"/>
    <dgm:cxn modelId="{0986550A-60A7-41E0-ADAD-F7750BCD68C2}" type="presOf" srcId="{AC80F986-94E2-450A-B11B-F0F5585ECDEC}" destId="{B1BB3C2E-F607-4E84-85D1-681CDBF5E8AD}" srcOrd="0" destOrd="0" presId="urn:microsoft.com/office/officeart/2005/8/layout/hierarchy2"/>
    <dgm:cxn modelId="{A129980D-8F19-4B5F-9747-C18AFD54D80F}" type="presOf" srcId="{6563FEA0-020C-4C0C-9E6E-4D4959E382ED}" destId="{4FCE21F2-F85D-461E-990A-285917C40F49}" srcOrd="0" destOrd="0" presId="urn:microsoft.com/office/officeart/2005/8/layout/hierarchy2"/>
    <dgm:cxn modelId="{43799210-E422-47FC-9DF8-1B249BC5EA6D}" srcId="{A1BA08FC-E5B7-432A-8033-FDBE66140AFE}" destId="{EDEBE031-C426-4285-AB98-90816A4C9025}" srcOrd="0" destOrd="0" parTransId="{A425665D-AD87-4622-8A96-07D20773FE4B}" sibTransId="{DAA2960D-9565-4513-A6BB-41D50E6259E8}"/>
    <dgm:cxn modelId="{AD652315-E83B-4002-9EE4-FD0587E6EA00}" type="presOf" srcId="{60845C32-8E65-4EB8-B184-52C0D23C47E0}" destId="{D43708EC-DD11-44A7-B3E1-70A2C6154785}" srcOrd="0" destOrd="0" presId="urn:microsoft.com/office/officeart/2005/8/layout/hierarchy2"/>
    <dgm:cxn modelId="{BD5CD419-B7B1-476D-A33C-F227117DE015}" type="presOf" srcId="{A1BA08FC-E5B7-432A-8033-FDBE66140AFE}" destId="{23FB9D8B-F1CD-4114-8522-88528C694196}" srcOrd="0" destOrd="0" presId="urn:microsoft.com/office/officeart/2005/8/layout/hierarchy2"/>
    <dgm:cxn modelId="{7AF1DE23-581F-44BE-9D07-F17621B153CC}" srcId="{6B381AB2-D616-44AB-90D3-21AC35F1A790}" destId="{1EA97B7D-890B-4465-A496-0CED8084AF9A}" srcOrd="2" destOrd="0" parTransId="{5D3DDAD4-4390-4EDF-8669-425B4DCB7086}" sibTransId="{5ADCADBC-E473-466A-89C8-5A298056BCDF}"/>
    <dgm:cxn modelId="{3E66EF24-C1EA-4923-B8D3-A93039D7B35D}" type="presOf" srcId="{AC87FACC-3977-494F-A4F7-2663C12BC0AE}" destId="{273C8B9F-F7C6-4237-9967-66F512AE5F4C}" srcOrd="0" destOrd="0" presId="urn:microsoft.com/office/officeart/2005/8/layout/hierarchy2"/>
    <dgm:cxn modelId="{B16DA928-D79E-49C8-9060-FB661739DF5C}" type="presOf" srcId="{5D3DDAD4-4390-4EDF-8669-425B4DCB7086}" destId="{88D1766B-65D0-43BD-8C1F-4B18FBEEA889}" srcOrd="0" destOrd="0" presId="urn:microsoft.com/office/officeart/2005/8/layout/hierarchy2"/>
    <dgm:cxn modelId="{663CB336-D093-4B6C-8AB4-644C6645E176}" type="presOf" srcId="{1DF34AE3-DDF1-43D2-944F-732BA1914D7C}" destId="{BE3FA179-354B-4C97-9136-558C2F2397A3}" srcOrd="0" destOrd="0" presId="urn:microsoft.com/office/officeart/2005/8/layout/hierarchy2"/>
    <dgm:cxn modelId="{2E059949-9DEA-4B46-898A-FD9852DA5867}" srcId="{60845C32-8E65-4EB8-B184-52C0D23C47E0}" destId="{339D622B-210B-4A29-863B-FE0520622162}" srcOrd="0" destOrd="0" parTransId="{6563FEA0-020C-4C0C-9E6E-4D4959E382ED}" sibTransId="{1506A271-F5C5-46F6-9489-61B304D9B55D}"/>
    <dgm:cxn modelId="{50BAD551-2F11-4665-AF72-262FDF88FC54}" srcId="{ACE9DFCF-CD26-49FA-B9A3-DF0BD408ADE8}" destId="{AC80F986-94E2-450A-B11B-F0F5585ECDEC}" srcOrd="0" destOrd="0" parTransId="{1DF34AE3-DDF1-43D2-944F-732BA1914D7C}" sibTransId="{771D5D5B-FE6C-4024-8E97-4A50C3AA79C9}"/>
    <dgm:cxn modelId="{5112A773-EED1-497D-B406-8AEBFC04AF75}" type="presOf" srcId="{6563FEA0-020C-4C0C-9E6E-4D4959E382ED}" destId="{B5168027-D73B-464D-9BD5-A3CA1BFE067B}" srcOrd="1" destOrd="0" presId="urn:microsoft.com/office/officeart/2005/8/layout/hierarchy2"/>
    <dgm:cxn modelId="{48654A7B-E416-400D-AED8-CBBC329184B4}" type="presOf" srcId="{AC87FACC-3977-494F-A4F7-2663C12BC0AE}" destId="{4414AAF0-1C8A-41FA-BAA8-0E9DE07FFCAE}" srcOrd="1" destOrd="0" presId="urn:microsoft.com/office/officeart/2005/8/layout/hierarchy2"/>
    <dgm:cxn modelId="{E979CD8F-40E3-4752-A676-725C2847697D}" type="presOf" srcId="{D667ACCB-0328-4B5E-8767-EA9B574E609A}" destId="{A880205F-98A3-4D89-8F15-2765A6B42A8D}" srcOrd="0" destOrd="0" presId="urn:microsoft.com/office/officeart/2005/8/layout/hierarchy2"/>
    <dgm:cxn modelId="{B4E82890-7BA6-4390-8E9C-D5B13B17F386}" type="presOf" srcId="{441035D6-0867-401D-A232-BD08B05DD4F3}" destId="{5445B3A1-3E87-4BBF-87B6-D797FAFD26A3}" srcOrd="1" destOrd="0" presId="urn:microsoft.com/office/officeart/2005/8/layout/hierarchy2"/>
    <dgm:cxn modelId="{030AF993-58EB-424A-A0F2-2ABFFCF4B480}" srcId="{6B381AB2-D616-44AB-90D3-21AC35F1A790}" destId="{60845C32-8E65-4EB8-B184-52C0D23C47E0}" srcOrd="1" destOrd="0" parTransId="{AC87FACC-3977-494F-A4F7-2663C12BC0AE}" sibTransId="{BE081C96-4327-4936-90A3-19CBA1BE61F6}"/>
    <dgm:cxn modelId="{6D73149C-1057-4BC8-86ED-0913B445A4FB}" type="presOf" srcId="{1DF34AE3-DDF1-43D2-944F-732BA1914D7C}" destId="{2C7B532E-BC1A-4247-8A30-79FE40072CC1}" srcOrd="1" destOrd="0" presId="urn:microsoft.com/office/officeart/2005/8/layout/hierarchy2"/>
    <dgm:cxn modelId="{4D4395A8-1958-4AFA-88E5-DF2FC0DABA02}" type="presOf" srcId="{ACE9DFCF-CD26-49FA-B9A3-DF0BD408ADE8}" destId="{692A89E7-159E-43F2-B126-7E8D36E45CC0}" srcOrd="0" destOrd="0" presId="urn:microsoft.com/office/officeart/2005/8/layout/hierarchy2"/>
    <dgm:cxn modelId="{1F54C6B6-5894-40D0-9758-53B69DC47936}" type="presOf" srcId="{CEDE5EA9-85D8-4955-AAFF-B0B47D979641}" destId="{D9942AA6-4810-4601-8A6B-64F81766CC63}" srcOrd="0" destOrd="0" presId="urn:microsoft.com/office/officeart/2005/8/layout/hierarchy2"/>
    <dgm:cxn modelId="{CBB0A4BA-237F-4361-B715-1D02D0112C66}" type="presOf" srcId="{89A465E8-2785-46CF-8C40-A67A5340B64B}" destId="{4D459472-839D-4198-9F94-2E388020E9A3}" srcOrd="1" destOrd="0" presId="urn:microsoft.com/office/officeart/2005/8/layout/hierarchy2"/>
    <dgm:cxn modelId="{3E56D6BB-7514-409B-9520-C3A56E921EF1}" type="presOf" srcId="{339D622B-210B-4A29-863B-FE0520622162}" destId="{C0F1EAAA-51F4-42BE-9406-4D7DD59BCF20}" srcOrd="0" destOrd="0" presId="urn:microsoft.com/office/officeart/2005/8/layout/hierarchy2"/>
    <dgm:cxn modelId="{FB88F0CE-997E-49CF-BB47-6705A1608342}" srcId="{EDEBE031-C426-4285-AB98-90816A4C9025}" destId="{6B381AB2-D616-44AB-90D3-21AC35F1A790}" srcOrd="0" destOrd="0" parTransId="{441035D6-0867-401D-A232-BD08B05DD4F3}" sibTransId="{2B9A1365-4D12-4C62-A163-1CFECD71286A}"/>
    <dgm:cxn modelId="{C90541E1-5719-459C-9B0E-CB73E57DC8CD}" type="presOf" srcId="{6B381AB2-D616-44AB-90D3-21AC35F1A790}" destId="{F5B7ABF6-4221-4919-8798-0BA1953013D5}" srcOrd="0" destOrd="0" presId="urn:microsoft.com/office/officeart/2005/8/layout/hierarchy2"/>
    <dgm:cxn modelId="{AF8F5FE2-19EB-49A4-8D81-BCE6900340E2}" srcId="{6B381AB2-D616-44AB-90D3-21AC35F1A790}" destId="{ACE9DFCF-CD26-49FA-B9A3-DF0BD408ADE8}" srcOrd="0" destOrd="0" parTransId="{89A465E8-2785-46CF-8C40-A67A5340B64B}" sibTransId="{87B020B3-9B05-4D37-B86D-148CF3B6970F}"/>
    <dgm:cxn modelId="{CE56E5E9-7EBE-433F-BCBA-67EF2BE6C225}" srcId="{1EA97B7D-890B-4465-A496-0CED8084AF9A}" destId="{CEDE5EA9-85D8-4955-AAFF-B0B47D979641}" srcOrd="0" destOrd="0" parTransId="{D667ACCB-0328-4B5E-8767-EA9B574E609A}" sibTransId="{6272CC2E-D13E-4828-A1E7-EEB66FB6123B}"/>
    <dgm:cxn modelId="{826BECF2-B2A5-4B23-9614-75634B26062A}" type="presOf" srcId="{EDEBE031-C426-4285-AB98-90816A4C9025}" destId="{B811C0C0-6E54-4BD3-BA25-19EF25D6A9D5}" srcOrd="0" destOrd="0" presId="urn:microsoft.com/office/officeart/2005/8/layout/hierarchy2"/>
    <dgm:cxn modelId="{EE436EFB-96D3-47A4-BDD4-37E5E94A072A}" type="presOf" srcId="{1EA97B7D-890B-4465-A496-0CED8084AF9A}" destId="{936C92A8-881B-43BA-8733-70585484AFFA}" srcOrd="0" destOrd="0" presId="urn:microsoft.com/office/officeart/2005/8/layout/hierarchy2"/>
    <dgm:cxn modelId="{F4D670FE-D284-49E8-8412-052F17C691A3}" type="presOf" srcId="{441035D6-0867-401D-A232-BD08B05DD4F3}" destId="{F900BBC3-6B57-4204-B1B7-ACE8F42B6B15}" srcOrd="0" destOrd="0" presId="urn:microsoft.com/office/officeart/2005/8/layout/hierarchy2"/>
    <dgm:cxn modelId="{B5C367FF-AC54-487A-BC33-E293EF76E94A}" type="presOf" srcId="{D667ACCB-0328-4B5E-8767-EA9B574E609A}" destId="{C2C44BEA-8EBB-4709-8B2F-095A03114508}" srcOrd="1" destOrd="0" presId="urn:microsoft.com/office/officeart/2005/8/layout/hierarchy2"/>
    <dgm:cxn modelId="{8455BE82-83CE-40BD-AD35-F48840FB8441}" type="presParOf" srcId="{23FB9D8B-F1CD-4114-8522-88528C694196}" destId="{1D21F3A7-8419-40BC-8AB2-A94744B01EAD}" srcOrd="0" destOrd="0" presId="urn:microsoft.com/office/officeart/2005/8/layout/hierarchy2"/>
    <dgm:cxn modelId="{F7EFD51A-27A9-43C9-942B-BC27C582D91D}" type="presParOf" srcId="{1D21F3A7-8419-40BC-8AB2-A94744B01EAD}" destId="{B811C0C0-6E54-4BD3-BA25-19EF25D6A9D5}" srcOrd="0" destOrd="0" presId="urn:microsoft.com/office/officeart/2005/8/layout/hierarchy2"/>
    <dgm:cxn modelId="{D02F24E2-F651-4BAB-B9D1-1DF829581818}" type="presParOf" srcId="{1D21F3A7-8419-40BC-8AB2-A94744B01EAD}" destId="{E5D07051-3489-4CB6-A4DA-4D68817F9787}" srcOrd="1" destOrd="0" presId="urn:microsoft.com/office/officeart/2005/8/layout/hierarchy2"/>
    <dgm:cxn modelId="{3FAC6DEF-02B6-43F0-8AA3-D1BC7178E1AC}" type="presParOf" srcId="{E5D07051-3489-4CB6-A4DA-4D68817F9787}" destId="{F900BBC3-6B57-4204-B1B7-ACE8F42B6B15}" srcOrd="0" destOrd="0" presId="urn:microsoft.com/office/officeart/2005/8/layout/hierarchy2"/>
    <dgm:cxn modelId="{6B08954A-6891-41C1-8237-D1ECAD18BFC3}" type="presParOf" srcId="{F900BBC3-6B57-4204-B1B7-ACE8F42B6B15}" destId="{5445B3A1-3E87-4BBF-87B6-D797FAFD26A3}" srcOrd="0" destOrd="0" presId="urn:microsoft.com/office/officeart/2005/8/layout/hierarchy2"/>
    <dgm:cxn modelId="{298637B9-714E-43A6-9ED6-CD48698F348F}" type="presParOf" srcId="{E5D07051-3489-4CB6-A4DA-4D68817F9787}" destId="{7AA72409-DD4A-4D91-922D-A7529CA5149D}" srcOrd="1" destOrd="0" presId="urn:microsoft.com/office/officeart/2005/8/layout/hierarchy2"/>
    <dgm:cxn modelId="{A67AB352-372B-4C4A-B5CA-1BF056E0D66B}" type="presParOf" srcId="{7AA72409-DD4A-4D91-922D-A7529CA5149D}" destId="{F5B7ABF6-4221-4919-8798-0BA1953013D5}" srcOrd="0" destOrd="0" presId="urn:microsoft.com/office/officeart/2005/8/layout/hierarchy2"/>
    <dgm:cxn modelId="{4BD58CC8-DF83-4EF6-BFF1-99CC4909A304}" type="presParOf" srcId="{7AA72409-DD4A-4D91-922D-A7529CA5149D}" destId="{483FA008-9C38-4303-B198-415D57AF671F}" srcOrd="1" destOrd="0" presId="urn:microsoft.com/office/officeart/2005/8/layout/hierarchy2"/>
    <dgm:cxn modelId="{8AEEBA08-9E82-40BA-B19E-73C9B4992B96}" type="presParOf" srcId="{483FA008-9C38-4303-B198-415D57AF671F}" destId="{E557C053-1C2E-4289-8BA3-00E506E87904}" srcOrd="0" destOrd="0" presId="urn:microsoft.com/office/officeart/2005/8/layout/hierarchy2"/>
    <dgm:cxn modelId="{59581230-FCB5-4DBC-8CAB-5C664743A253}" type="presParOf" srcId="{E557C053-1C2E-4289-8BA3-00E506E87904}" destId="{4D459472-839D-4198-9F94-2E388020E9A3}" srcOrd="0" destOrd="0" presId="urn:microsoft.com/office/officeart/2005/8/layout/hierarchy2"/>
    <dgm:cxn modelId="{4B86C3A9-94D4-4DA9-8903-D7B6D713989B}" type="presParOf" srcId="{483FA008-9C38-4303-B198-415D57AF671F}" destId="{E8F8863E-6E6B-4FAB-8E65-3EE1D2507C04}" srcOrd="1" destOrd="0" presId="urn:microsoft.com/office/officeart/2005/8/layout/hierarchy2"/>
    <dgm:cxn modelId="{56E068A5-3E55-4090-93C2-0E7096F2CF20}" type="presParOf" srcId="{E8F8863E-6E6B-4FAB-8E65-3EE1D2507C04}" destId="{692A89E7-159E-43F2-B126-7E8D36E45CC0}" srcOrd="0" destOrd="0" presId="urn:microsoft.com/office/officeart/2005/8/layout/hierarchy2"/>
    <dgm:cxn modelId="{696F2156-CD5B-4AED-9498-4AEC565820EE}" type="presParOf" srcId="{E8F8863E-6E6B-4FAB-8E65-3EE1D2507C04}" destId="{DECF23AB-6DA3-48F5-A19E-474169D8D876}" srcOrd="1" destOrd="0" presId="urn:microsoft.com/office/officeart/2005/8/layout/hierarchy2"/>
    <dgm:cxn modelId="{B01A4B8D-177A-41D7-8CF8-D33934E64BC3}" type="presParOf" srcId="{DECF23AB-6DA3-48F5-A19E-474169D8D876}" destId="{BE3FA179-354B-4C97-9136-558C2F2397A3}" srcOrd="0" destOrd="0" presId="urn:microsoft.com/office/officeart/2005/8/layout/hierarchy2"/>
    <dgm:cxn modelId="{C575B21A-7E23-4559-9F9D-5BD6AB627363}" type="presParOf" srcId="{BE3FA179-354B-4C97-9136-558C2F2397A3}" destId="{2C7B532E-BC1A-4247-8A30-79FE40072CC1}" srcOrd="0" destOrd="0" presId="urn:microsoft.com/office/officeart/2005/8/layout/hierarchy2"/>
    <dgm:cxn modelId="{67E64E4D-AF24-45C4-BAD6-31BC9D34DFC3}" type="presParOf" srcId="{DECF23AB-6DA3-48F5-A19E-474169D8D876}" destId="{9DEA7D0A-06EB-4183-9886-FAB9AF1B9511}" srcOrd="1" destOrd="0" presId="urn:microsoft.com/office/officeart/2005/8/layout/hierarchy2"/>
    <dgm:cxn modelId="{996B0A58-14C0-4CCC-B98C-6F3FF19EAE28}" type="presParOf" srcId="{9DEA7D0A-06EB-4183-9886-FAB9AF1B9511}" destId="{B1BB3C2E-F607-4E84-85D1-681CDBF5E8AD}" srcOrd="0" destOrd="0" presId="urn:microsoft.com/office/officeart/2005/8/layout/hierarchy2"/>
    <dgm:cxn modelId="{D7F788EE-E812-43C2-832A-C30AAECC4F19}" type="presParOf" srcId="{9DEA7D0A-06EB-4183-9886-FAB9AF1B9511}" destId="{3BA3C02B-A3CA-44A7-AB26-542638919CE7}" srcOrd="1" destOrd="0" presId="urn:microsoft.com/office/officeart/2005/8/layout/hierarchy2"/>
    <dgm:cxn modelId="{EBC59AE8-1E9D-44B9-835A-543D59B41A72}" type="presParOf" srcId="{483FA008-9C38-4303-B198-415D57AF671F}" destId="{273C8B9F-F7C6-4237-9967-66F512AE5F4C}" srcOrd="2" destOrd="0" presId="urn:microsoft.com/office/officeart/2005/8/layout/hierarchy2"/>
    <dgm:cxn modelId="{0770E3A4-23D3-4A88-8F92-D8C6832E3B3F}" type="presParOf" srcId="{273C8B9F-F7C6-4237-9967-66F512AE5F4C}" destId="{4414AAF0-1C8A-41FA-BAA8-0E9DE07FFCAE}" srcOrd="0" destOrd="0" presId="urn:microsoft.com/office/officeart/2005/8/layout/hierarchy2"/>
    <dgm:cxn modelId="{02202460-89F5-4BA7-8C6F-AC21178E1128}" type="presParOf" srcId="{483FA008-9C38-4303-B198-415D57AF671F}" destId="{32399D63-27F9-482C-BF7A-27FACCC1DC5E}" srcOrd="3" destOrd="0" presId="urn:microsoft.com/office/officeart/2005/8/layout/hierarchy2"/>
    <dgm:cxn modelId="{E1CC240C-A1C4-4F19-826E-98C51919B66F}" type="presParOf" srcId="{32399D63-27F9-482C-BF7A-27FACCC1DC5E}" destId="{D43708EC-DD11-44A7-B3E1-70A2C6154785}" srcOrd="0" destOrd="0" presId="urn:microsoft.com/office/officeart/2005/8/layout/hierarchy2"/>
    <dgm:cxn modelId="{A95DDFF4-887F-4D63-9590-0AFA34F62293}" type="presParOf" srcId="{32399D63-27F9-482C-BF7A-27FACCC1DC5E}" destId="{89715034-E596-4B0A-98F7-02E2E6477F3F}" srcOrd="1" destOrd="0" presId="urn:microsoft.com/office/officeart/2005/8/layout/hierarchy2"/>
    <dgm:cxn modelId="{C4158675-76EE-4127-854F-3FEA2B045D8B}" type="presParOf" srcId="{89715034-E596-4B0A-98F7-02E2E6477F3F}" destId="{4FCE21F2-F85D-461E-990A-285917C40F49}" srcOrd="0" destOrd="0" presId="urn:microsoft.com/office/officeart/2005/8/layout/hierarchy2"/>
    <dgm:cxn modelId="{F8383BBD-2181-44F2-BE5F-66C45ECF0C20}" type="presParOf" srcId="{4FCE21F2-F85D-461E-990A-285917C40F49}" destId="{B5168027-D73B-464D-9BD5-A3CA1BFE067B}" srcOrd="0" destOrd="0" presId="urn:microsoft.com/office/officeart/2005/8/layout/hierarchy2"/>
    <dgm:cxn modelId="{408C5F43-008D-4291-BD57-DD36D8400FC3}" type="presParOf" srcId="{89715034-E596-4B0A-98F7-02E2E6477F3F}" destId="{E30EE73B-7267-4F8C-80A3-E3FE004EE9F1}" srcOrd="1" destOrd="0" presId="urn:microsoft.com/office/officeart/2005/8/layout/hierarchy2"/>
    <dgm:cxn modelId="{5172A1D7-AFA9-47AF-9F00-389436B9366C}" type="presParOf" srcId="{E30EE73B-7267-4F8C-80A3-E3FE004EE9F1}" destId="{C0F1EAAA-51F4-42BE-9406-4D7DD59BCF20}" srcOrd="0" destOrd="0" presId="urn:microsoft.com/office/officeart/2005/8/layout/hierarchy2"/>
    <dgm:cxn modelId="{4C389EA3-379A-4184-89CC-FC6597B79015}" type="presParOf" srcId="{E30EE73B-7267-4F8C-80A3-E3FE004EE9F1}" destId="{EBBD0979-2C36-47E0-BABE-85A94FD8E536}" srcOrd="1" destOrd="0" presId="urn:microsoft.com/office/officeart/2005/8/layout/hierarchy2"/>
    <dgm:cxn modelId="{2186250F-1A0F-4F75-BF39-B3E9A6B8BD45}" type="presParOf" srcId="{483FA008-9C38-4303-B198-415D57AF671F}" destId="{88D1766B-65D0-43BD-8C1F-4B18FBEEA889}" srcOrd="4" destOrd="0" presId="urn:microsoft.com/office/officeart/2005/8/layout/hierarchy2"/>
    <dgm:cxn modelId="{5CC15314-7322-4F57-81CC-14C6F018E197}" type="presParOf" srcId="{88D1766B-65D0-43BD-8C1F-4B18FBEEA889}" destId="{6FBC02F0-B823-47AC-9919-7AEB7D8CAEE1}" srcOrd="0" destOrd="0" presId="urn:microsoft.com/office/officeart/2005/8/layout/hierarchy2"/>
    <dgm:cxn modelId="{217C00CC-B0EE-4101-9824-39B98F764B03}" type="presParOf" srcId="{483FA008-9C38-4303-B198-415D57AF671F}" destId="{3D1866E6-12B0-43C3-94B3-941F19EFE23F}" srcOrd="5" destOrd="0" presId="urn:microsoft.com/office/officeart/2005/8/layout/hierarchy2"/>
    <dgm:cxn modelId="{F8CB02BE-4ACB-4BE0-AE85-277EDF4F47E9}" type="presParOf" srcId="{3D1866E6-12B0-43C3-94B3-941F19EFE23F}" destId="{936C92A8-881B-43BA-8733-70585484AFFA}" srcOrd="0" destOrd="0" presId="urn:microsoft.com/office/officeart/2005/8/layout/hierarchy2"/>
    <dgm:cxn modelId="{2F54204A-8354-4944-B161-C9FD5764DBA4}" type="presParOf" srcId="{3D1866E6-12B0-43C3-94B3-941F19EFE23F}" destId="{3752F686-9424-434A-A100-46730C8CBC4B}" srcOrd="1" destOrd="0" presId="urn:microsoft.com/office/officeart/2005/8/layout/hierarchy2"/>
    <dgm:cxn modelId="{BDF3BABD-F1A9-4AF8-8E8B-DE5D945DC00D}" type="presParOf" srcId="{3752F686-9424-434A-A100-46730C8CBC4B}" destId="{A880205F-98A3-4D89-8F15-2765A6B42A8D}" srcOrd="0" destOrd="0" presId="urn:microsoft.com/office/officeart/2005/8/layout/hierarchy2"/>
    <dgm:cxn modelId="{C23E293F-1170-483C-BED6-3B8644A5B583}" type="presParOf" srcId="{A880205F-98A3-4D89-8F15-2765A6B42A8D}" destId="{C2C44BEA-8EBB-4709-8B2F-095A03114508}" srcOrd="0" destOrd="0" presId="urn:microsoft.com/office/officeart/2005/8/layout/hierarchy2"/>
    <dgm:cxn modelId="{9C6EC6A4-33F9-42BE-9DD0-18532A309FEF}" type="presParOf" srcId="{3752F686-9424-434A-A100-46730C8CBC4B}" destId="{363432AC-3C4D-4433-918F-DEBC31A89B0F}" srcOrd="1" destOrd="0" presId="urn:microsoft.com/office/officeart/2005/8/layout/hierarchy2"/>
    <dgm:cxn modelId="{9B1C27C0-72C8-4466-9E68-08A765DE2155}" type="presParOf" srcId="{363432AC-3C4D-4433-918F-DEBC31A89B0F}" destId="{D9942AA6-4810-4601-8A6B-64F81766CC63}" srcOrd="0" destOrd="0" presId="urn:microsoft.com/office/officeart/2005/8/layout/hierarchy2"/>
    <dgm:cxn modelId="{8C34510C-56A0-495A-95B7-F55391AF69CC}" type="presParOf" srcId="{363432AC-3C4D-4433-918F-DEBC31A89B0F}" destId="{B685896F-0208-42DB-905C-2A22E12A73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3EF4FA-0570-43D6-B5D7-D184B5E0AEEF}"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kumimoji="1" lang="ja-JP" altLang="en-US"/>
        </a:p>
      </dgm:t>
    </dgm:pt>
    <dgm:pt modelId="{4933D8A0-C4D5-464C-A967-495E85F6C6F0}">
      <dgm:prSet phldrT="[テキスト]" custT="1"/>
      <dgm:spPr/>
      <dgm:t>
        <a:bodyPr/>
        <a:lstStyle/>
        <a:p>
          <a:r>
            <a:rPr kumimoji="1" lang="ja-JP" altLang="en-US" sz="1100">
              <a:latin typeface="+mj-ea"/>
              <a:ea typeface="+mj-ea"/>
            </a:rPr>
            <a:t>スカウト返信</a:t>
          </a:r>
          <a:r>
            <a:rPr kumimoji="1" lang="en-US" altLang="ja-JP" sz="1100">
              <a:latin typeface="+mj-ea"/>
              <a:ea typeface="+mj-ea"/>
            </a:rPr>
            <a:t>CS</a:t>
          </a:r>
          <a:endParaRPr kumimoji="1" lang="ja-JP" altLang="en-US" sz="1100">
            <a:latin typeface="+mj-ea"/>
            <a:ea typeface="+mj-ea"/>
          </a:endParaRPr>
        </a:p>
      </dgm:t>
    </dgm:pt>
    <dgm:pt modelId="{56C7B6EA-32AD-43EA-A4E2-7DF8B59E1659}" type="parTrans" cxnId="{87C11ADD-5DAE-481A-BA2B-9F2826FD7116}">
      <dgm:prSet/>
      <dgm:spPr/>
      <dgm:t>
        <a:bodyPr/>
        <a:lstStyle/>
        <a:p>
          <a:endParaRPr kumimoji="1" lang="ja-JP" altLang="en-US" sz="1100">
            <a:latin typeface="+mj-ea"/>
            <a:ea typeface="+mj-ea"/>
          </a:endParaRPr>
        </a:p>
      </dgm:t>
    </dgm:pt>
    <dgm:pt modelId="{947B6C42-1497-414D-AB69-730FA0BBF48A}" type="sibTrans" cxnId="{87C11ADD-5DAE-481A-BA2B-9F2826FD7116}">
      <dgm:prSet/>
      <dgm:spPr/>
      <dgm:t>
        <a:bodyPr/>
        <a:lstStyle/>
        <a:p>
          <a:endParaRPr kumimoji="1" lang="ja-JP" altLang="en-US" sz="1100">
            <a:latin typeface="+mj-ea"/>
            <a:ea typeface="+mj-ea"/>
          </a:endParaRPr>
        </a:p>
      </dgm:t>
    </dgm:pt>
    <dgm:pt modelId="{B87A1E38-FC3A-4E27-AAEC-81F3E0D69020}">
      <dgm:prSet phldrT="[テキスト]" custT="1"/>
      <dgm:spPr>
        <a:solidFill>
          <a:schemeClr val="tx2">
            <a:lumMod val="40000"/>
            <a:lumOff val="60000"/>
          </a:schemeClr>
        </a:solidFill>
      </dgm:spPr>
      <dgm:t>
        <a:bodyPr/>
        <a:lstStyle/>
        <a:p>
          <a:r>
            <a:rPr kumimoji="1" lang="en-US" altLang="ja-JP" sz="1100">
              <a:latin typeface="+mj-ea"/>
              <a:ea typeface="+mj-ea"/>
            </a:rPr>
            <a:t>WHD</a:t>
          </a:r>
          <a:endParaRPr kumimoji="1" lang="ja-JP" altLang="en-US" sz="1100">
            <a:latin typeface="+mj-ea"/>
            <a:ea typeface="+mj-ea"/>
          </a:endParaRPr>
        </a:p>
      </dgm:t>
    </dgm:pt>
    <dgm:pt modelId="{C82DD482-411F-408C-A7A3-E1BD58951F75}" type="parTrans" cxnId="{715119D4-4B10-4869-BEB1-5F2D157976E9}">
      <dgm:prSet custT="1"/>
      <dgm:spPr/>
      <dgm:t>
        <a:bodyPr/>
        <a:lstStyle/>
        <a:p>
          <a:endParaRPr kumimoji="1" lang="ja-JP" altLang="en-US" sz="1100">
            <a:latin typeface="+mj-ea"/>
            <a:ea typeface="+mj-ea"/>
          </a:endParaRPr>
        </a:p>
      </dgm:t>
    </dgm:pt>
    <dgm:pt modelId="{296B2FCC-A84F-4635-8FAB-73E3C1FE656C}" type="sibTrans" cxnId="{715119D4-4B10-4869-BEB1-5F2D157976E9}">
      <dgm:prSet/>
      <dgm:spPr/>
      <dgm:t>
        <a:bodyPr/>
        <a:lstStyle/>
        <a:p>
          <a:endParaRPr kumimoji="1" lang="ja-JP" altLang="en-US" sz="1100">
            <a:latin typeface="+mj-ea"/>
            <a:ea typeface="+mj-ea"/>
          </a:endParaRPr>
        </a:p>
      </dgm:t>
    </dgm:pt>
    <dgm:pt modelId="{8259BA5A-05E9-4D96-B970-3BFF6BB12A9C}">
      <dgm:prSet phldrT="[テキスト]" custT="1"/>
      <dgm:spPr/>
      <dgm:t>
        <a:bodyPr/>
        <a:lstStyle/>
        <a:p>
          <a:r>
            <a:rPr kumimoji="1" lang="ja-JP" altLang="en-US" sz="1100">
              <a:latin typeface="+mj-ea"/>
              <a:ea typeface="+mj-ea"/>
            </a:rPr>
            <a:t>オーナー</a:t>
          </a:r>
        </a:p>
      </dgm:t>
    </dgm:pt>
    <dgm:pt modelId="{889563C5-9C7F-488D-AF52-826E1AA34153}" type="parTrans" cxnId="{FE2879F3-8A3B-4547-9566-7E0AFF00F6AE}">
      <dgm:prSet custT="1"/>
      <dgm:spPr/>
      <dgm:t>
        <a:bodyPr/>
        <a:lstStyle/>
        <a:p>
          <a:endParaRPr kumimoji="1" lang="ja-JP" altLang="en-US" sz="1100">
            <a:latin typeface="+mj-ea"/>
            <a:ea typeface="+mj-ea"/>
          </a:endParaRPr>
        </a:p>
      </dgm:t>
    </dgm:pt>
    <dgm:pt modelId="{E47AFE49-39DE-4A01-AAF2-89B6F13C2D99}" type="sibTrans" cxnId="{FE2879F3-8A3B-4547-9566-7E0AFF00F6AE}">
      <dgm:prSet/>
      <dgm:spPr/>
      <dgm:t>
        <a:bodyPr/>
        <a:lstStyle/>
        <a:p>
          <a:endParaRPr kumimoji="1" lang="ja-JP" altLang="en-US" sz="1100">
            <a:latin typeface="+mj-ea"/>
            <a:ea typeface="+mj-ea"/>
          </a:endParaRPr>
        </a:p>
      </dgm:t>
    </dgm:pt>
    <dgm:pt modelId="{349DF88B-F52D-43F5-B675-24D65A18D3A1}">
      <dgm:prSet phldrT="[テキスト]" custT="1"/>
      <dgm:spPr>
        <a:solidFill>
          <a:schemeClr val="tx2">
            <a:lumMod val="40000"/>
            <a:lumOff val="60000"/>
          </a:schemeClr>
        </a:solidFill>
      </dgm:spPr>
      <dgm:t>
        <a:bodyPr/>
        <a:lstStyle/>
        <a:p>
          <a:r>
            <a:rPr kumimoji="1" lang="en-US" altLang="ja-JP" sz="1100">
              <a:latin typeface="+mj-ea"/>
              <a:ea typeface="+mj-ea"/>
            </a:rPr>
            <a:t>HG</a:t>
          </a:r>
          <a:r>
            <a:rPr kumimoji="1" lang="ja-JP" altLang="en-US" sz="1100">
              <a:latin typeface="+mj-ea"/>
              <a:ea typeface="+mj-ea"/>
            </a:rPr>
            <a:t>対応のみ</a:t>
          </a:r>
          <a:endParaRPr kumimoji="1" lang="en-US" altLang="ja-JP" sz="1100">
            <a:latin typeface="+mj-ea"/>
            <a:ea typeface="+mj-ea"/>
          </a:endParaRPr>
        </a:p>
      </dgm:t>
    </dgm:pt>
    <dgm:pt modelId="{4600CEBD-371B-41A1-95C8-A951B66AD888}" type="parTrans" cxnId="{495B8EE1-3252-4454-BA43-139ED0C76315}">
      <dgm:prSet custT="1"/>
      <dgm:spPr/>
      <dgm:t>
        <a:bodyPr/>
        <a:lstStyle/>
        <a:p>
          <a:endParaRPr kumimoji="1" lang="ja-JP" altLang="en-US" sz="1100">
            <a:latin typeface="+mj-ea"/>
            <a:ea typeface="+mj-ea"/>
          </a:endParaRPr>
        </a:p>
      </dgm:t>
    </dgm:pt>
    <dgm:pt modelId="{B3509CCF-7B61-4ECD-87FB-03C8AFAA5458}" type="sibTrans" cxnId="{495B8EE1-3252-4454-BA43-139ED0C76315}">
      <dgm:prSet/>
      <dgm:spPr/>
      <dgm:t>
        <a:bodyPr/>
        <a:lstStyle/>
        <a:p>
          <a:endParaRPr kumimoji="1" lang="ja-JP" altLang="en-US" sz="1100">
            <a:latin typeface="+mj-ea"/>
            <a:ea typeface="+mj-ea"/>
          </a:endParaRPr>
        </a:p>
      </dgm:t>
    </dgm:pt>
    <dgm:pt modelId="{DC6E3060-D538-48DB-A5FC-14902F0C93AA}">
      <dgm:prSet phldrT="[テキスト]" custT="1"/>
      <dgm:spPr/>
      <dgm:t>
        <a:bodyPr/>
        <a:lstStyle/>
        <a:p>
          <a:r>
            <a:rPr kumimoji="1" lang="ja-JP" altLang="en-US" sz="1100">
              <a:latin typeface="+mj-ea"/>
              <a:ea typeface="+mj-ea"/>
            </a:rPr>
            <a:t>新規</a:t>
          </a:r>
          <a:r>
            <a:rPr kumimoji="1" lang="en-US" altLang="ja-JP" sz="1100">
              <a:latin typeface="+mj-ea"/>
              <a:ea typeface="+mj-ea"/>
            </a:rPr>
            <a:t>CS</a:t>
          </a:r>
          <a:endParaRPr kumimoji="1" lang="ja-JP" altLang="en-US" sz="1100">
            <a:latin typeface="+mj-ea"/>
            <a:ea typeface="+mj-ea"/>
          </a:endParaRPr>
        </a:p>
      </dgm:t>
    </dgm:pt>
    <dgm:pt modelId="{9237B668-686B-4239-BB53-B00E59AA90C3}" type="parTrans" cxnId="{27295184-69E0-4639-87E2-73154E9635DB}">
      <dgm:prSet custT="1"/>
      <dgm:spPr/>
      <dgm:t>
        <a:bodyPr/>
        <a:lstStyle/>
        <a:p>
          <a:endParaRPr kumimoji="1" lang="ja-JP" altLang="en-US" sz="1100">
            <a:latin typeface="+mj-ea"/>
            <a:ea typeface="+mj-ea"/>
          </a:endParaRPr>
        </a:p>
      </dgm:t>
    </dgm:pt>
    <dgm:pt modelId="{2ABB6410-DACF-4FC2-83E4-C913C4885ED1}" type="sibTrans" cxnId="{27295184-69E0-4639-87E2-73154E9635DB}">
      <dgm:prSet/>
      <dgm:spPr/>
      <dgm:t>
        <a:bodyPr/>
        <a:lstStyle/>
        <a:p>
          <a:endParaRPr kumimoji="1" lang="ja-JP" altLang="en-US" sz="1100">
            <a:latin typeface="+mj-ea"/>
            <a:ea typeface="+mj-ea"/>
          </a:endParaRPr>
        </a:p>
      </dgm:t>
    </dgm:pt>
    <dgm:pt modelId="{4D4E2555-778B-4C45-B2A5-BFF29F7C62E7}">
      <dgm:prSet phldrT="[テキスト]" custT="1"/>
      <dgm:spPr/>
      <dgm:t>
        <a:bodyPr/>
        <a:lstStyle/>
        <a:p>
          <a:r>
            <a:rPr kumimoji="1" lang="ja-JP" altLang="en-US" sz="1100">
              <a:latin typeface="+mj-ea"/>
              <a:ea typeface="+mj-ea"/>
            </a:rPr>
            <a:t>スカウト求人以外も提案希望</a:t>
          </a:r>
          <a:endParaRPr kumimoji="1" lang="en-US" altLang="ja-JP" sz="1100">
            <a:latin typeface="+mj-ea"/>
            <a:ea typeface="+mj-ea"/>
          </a:endParaRPr>
        </a:p>
      </dgm:t>
    </dgm:pt>
    <dgm:pt modelId="{84461487-AE18-4B53-8DB2-5719A60D88F6}" type="parTrans" cxnId="{27C7FC31-F7BA-40B4-BCCB-6193ED319EA5}">
      <dgm:prSet custT="1"/>
      <dgm:spPr/>
      <dgm:t>
        <a:bodyPr/>
        <a:lstStyle/>
        <a:p>
          <a:endParaRPr kumimoji="1" lang="ja-JP" altLang="en-US" sz="1100">
            <a:latin typeface="+mj-ea"/>
            <a:ea typeface="+mj-ea"/>
          </a:endParaRPr>
        </a:p>
      </dgm:t>
    </dgm:pt>
    <dgm:pt modelId="{31F2ED3C-EA9C-453F-A36B-E9707A0679B3}" type="sibTrans" cxnId="{27C7FC31-F7BA-40B4-BCCB-6193ED319EA5}">
      <dgm:prSet/>
      <dgm:spPr/>
      <dgm:t>
        <a:bodyPr/>
        <a:lstStyle/>
        <a:p>
          <a:endParaRPr kumimoji="1" lang="ja-JP" altLang="en-US" sz="1100">
            <a:latin typeface="+mj-ea"/>
            <a:ea typeface="+mj-ea"/>
          </a:endParaRPr>
        </a:p>
      </dgm:t>
    </dgm:pt>
    <dgm:pt modelId="{277CBD29-DE2B-49CF-BA7B-E108EEEDF870}">
      <dgm:prSet phldrT="[テキスト]" custT="1"/>
      <dgm:spPr/>
      <dgm:t>
        <a:bodyPr/>
        <a:lstStyle/>
        <a:p>
          <a:r>
            <a:rPr kumimoji="1" lang="ja-JP" altLang="en-US" sz="1100">
              <a:latin typeface="+mj-ea"/>
              <a:ea typeface="+mj-ea"/>
            </a:rPr>
            <a:t>全社</a:t>
          </a:r>
          <a:r>
            <a:rPr kumimoji="1" lang="en-US" altLang="ja-JP" sz="1100">
              <a:latin typeface="+mj-ea"/>
              <a:ea typeface="+mj-ea"/>
            </a:rPr>
            <a:t>DB</a:t>
          </a:r>
          <a:r>
            <a:rPr kumimoji="1" lang="ja-JP" altLang="en-US" sz="1100">
              <a:latin typeface="+mj-ea"/>
              <a:ea typeface="+mj-ea"/>
            </a:rPr>
            <a:t>起き上がり</a:t>
          </a:r>
          <a:r>
            <a:rPr kumimoji="1" lang="en-US" altLang="ja-JP" sz="1100">
              <a:latin typeface="+mj-ea"/>
              <a:ea typeface="+mj-ea"/>
            </a:rPr>
            <a:t>CS</a:t>
          </a:r>
          <a:endParaRPr kumimoji="1" lang="ja-JP" altLang="en-US" sz="1100">
            <a:latin typeface="+mj-ea"/>
            <a:ea typeface="+mj-ea"/>
          </a:endParaRPr>
        </a:p>
      </dgm:t>
    </dgm:pt>
    <dgm:pt modelId="{B3BF3626-6758-45D6-9FDA-4E06071E8C79}" type="sibTrans" cxnId="{DA80AF25-BE0F-411B-9018-08D371697CFF}">
      <dgm:prSet/>
      <dgm:spPr/>
      <dgm:t>
        <a:bodyPr/>
        <a:lstStyle/>
        <a:p>
          <a:endParaRPr kumimoji="1" lang="ja-JP" altLang="en-US" sz="1100">
            <a:latin typeface="+mj-ea"/>
            <a:ea typeface="+mj-ea"/>
          </a:endParaRPr>
        </a:p>
      </dgm:t>
    </dgm:pt>
    <dgm:pt modelId="{01F4CC9A-560D-4390-A4C6-55C39D85E552}" type="parTrans" cxnId="{DA80AF25-BE0F-411B-9018-08D371697CFF}">
      <dgm:prSet custT="1"/>
      <dgm:spPr/>
      <dgm:t>
        <a:bodyPr/>
        <a:lstStyle/>
        <a:p>
          <a:endParaRPr kumimoji="1" lang="ja-JP" altLang="en-US" sz="1100">
            <a:latin typeface="+mj-ea"/>
            <a:ea typeface="+mj-ea"/>
          </a:endParaRPr>
        </a:p>
      </dgm:t>
    </dgm:pt>
    <dgm:pt modelId="{DC815805-BF2C-4E10-89A0-2A7744E7F0E5}">
      <dgm:prSet phldrT="[テキスト]" custT="1"/>
      <dgm:spPr/>
      <dgm:t>
        <a:bodyPr/>
        <a:lstStyle/>
        <a:p>
          <a:r>
            <a:rPr kumimoji="1" lang="ja-JP" altLang="en-US" sz="1100">
              <a:latin typeface="+mj-ea"/>
              <a:ea typeface="+mj-ea"/>
            </a:rPr>
            <a:t>スカウト求人のみ希望</a:t>
          </a:r>
        </a:p>
      </dgm:t>
    </dgm:pt>
    <dgm:pt modelId="{56844ABD-0CDB-4E37-AC51-294F4F8CFE7D}" type="parTrans" cxnId="{B30BC33A-A958-4D47-A7D8-95E6F5B49991}">
      <dgm:prSet custT="1"/>
      <dgm:spPr/>
      <dgm:t>
        <a:bodyPr/>
        <a:lstStyle/>
        <a:p>
          <a:endParaRPr kumimoji="1" lang="ja-JP" altLang="en-US" sz="1100">
            <a:latin typeface="+mj-ea"/>
            <a:ea typeface="+mj-ea"/>
          </a:endParaRPr>
        </a:p>
      </dgm:t>
    </dgm:pt>
    <dgm:pt modelId="{474BA597-E381-4E2F-B56B-B6CE410E9DD5}" type="sibTrans" cxnId="{B30BC33A-A958-4D47-A7D8-95E6F5B49991}">
      <dgm:prSet/>
      <dgm:spPr/>
      <dgm:t>
        <a:bodyPr/>
        <a:lstStyle/>
        <a:p>
          <a:endParaRPr kumimoji="1" lang="ja-JP" altLang="en-US" sz="1100">
            <a:latin typeface="+mj-ea"/>
            <a:ea typeface="+mj-ea"/>
          </a:endParaRPr>
        </a:p>
      </dgm:t>
    </dgm:pt>
    <dgm:pt modelId="{92DC716D-7A57-4913-BD15-5CF1B0C168AF}">
      <dgm:prSet phldrT="[テキスト]" custT="1"/>
      <dgm:spPr/>
      <dgm:t>
        <a:bodyPr/>
        <a:lstStyle/>
        <a:p>
          <a:r>
            <a:rPr kumimoji="1" lang="en-US" altLang="ja-JP" sz="1100">
              <a:latin typeface="+mj-ea"/>
              <a:ea typeface="+mj-ea"/>
            </a:rPr>
            <a:t>F</a:t>
          </a:r>
          <a:r>
            <a:rPr kumimoji="1" lang="ja-JP" altLang="en-US" sz="1100">
              <a:latin typeface="+mj-ea"/>
              <a:ea typeface="+mj-ea"/>
            </a:rPr>
            <a:t>判定</a:t>
          </a:r>
        </a:p>
      </dgm:t>
    </dgm:pt>
    <dgm:pt modelId="{EF659D04-B8AC-4DB2-8065-6CB0FA87BA91}" type="parTrans" cxnId="{67F459EC-1DD5-40E0-B5BA-68B82ECD4A22}">
      <dgm:prSet custT="1"/>
      <dgm:spPr/>
      <dgm:t>
        <a:bodyPr/>
        <a:lstStyle/>
        <a:p>
          <a:endParaRPr kumimoji="1" lang="ja-JP" altLang="en-US" sz="1100">
            <a:latin typeface="+mj-ea"/>
            <a:ea typeface="+mj-ea"/>
          </a:endParaRPr>
        </a:p>
      </dgm:t>
    </dgm:pt>
    <dgm:pt modelId="{22E988FB-2D51-4EB9-BBE0-194EE64AEBE4}" type="sibTrans" cxnId="{67F459EC-1DD5-40E0-B5BA-68B82ECD4A22}">
      <dgm:prSet/>
      <dgm:spPr/>
      <dgm:t>
        <a:bodyPr/>
        <a:lstStyle/>
        <a:p>
          <a:endParaRPr kumimoji="1" lang="ja-JP" altLang="en-US" sz="1100">
            <a:latin typeface="+mj-ea"/>
            <a:ea typeface="+mj-ea"/>
          </a:endParaRPr>
        </a:p>
      </dgm:t>
    </dgm:pt>
    <dgm:pt modelId="{792D00F6-770E-4E46-AC0E-0D04122851EA}">
      <dgm:prSet phldrT="[テキスト]" custT="1"/>
      <dgm:spPr/>
      <dgm:t>
        <a:bodyPr/>
        <a:lstStyle/>
        <a:p>
          <a:r>
            <a:rPr kumimoji="1" lang="ja-JP" altLang="en-US" sz="1100">
              <a:latin typeface="+mj-ea"/>
              <a:ea typeface="+mj-ea"/>
            </a:rPr>
            <a:t>スカウト求人以外も提案希望</a:t>
          </a:r>
        </a:p>
      </dgm:t>
    </dgm:pt>
    <dgm:pt modelId="{C3907810-8C93-4214-96D8-1B4D3D2D9442}" type="parTrans" cxnId="{AC24A2F1-0905-4D29-8A8F-734FC3DA15B1}">
      <dgm:prSet custT="1"/>
      <dgm:spPr/>
      <dgm:t>
        <a:bodyPr/>
        <a:lstStyle/>
        <a:p>
          <a:endParaRPr kumimoji="1" lang="ja-JP" altLang="en-US" sz="1100">
            <a:latin typeface="+mj-ea"/>
            <a:ea typeface="+mj-ea"/>
          </a:endParaRPr>
        </a:p>
      </dgm:t>
    </dgm:pt>
    <dgm:pt modelId="{AC8105AB-E35B-49CB-BB9F-B09BCE42E629}" type="sibTrans" cxnId="{AC24A2F1-0905-4D29-8A8F-734FC3DA15B1}">
      <dgm:prSet/>
      <dgm:spPr/>
      <dgm:t>
        <a:bodyPr/>
        <a:lstStyle/>
        <a:p>
          <a:endParaRPr kumimoji="1" lang="ja-JP" altLang="en-US" sz="1100">
            <a:latin typeface="+mj-ea"/>
            <a:ea typeface="+mj-ea"/>
          </a:endParaRPr>
        </a:p>
      </dgm:t>
    </dgm:pt>
    <dgm:pt modelId="{D88DFD2F-4E0D-48E5-ADF0-8D96B9668B21}">
      <dgm:prSet phldrT="[テキスト]" custT="1"/>
      <dgm:spPr>
        <a:ln w="57150">
          <a:solidFill>
            <a:srgbClr val="FF0000"/>
          </a:solidFill>
        </a:ln>
      </dgm:spPr>
      <dgm:t>
        <a:bodyPr/>
        <a:lstStyle/>
        <a:p>
          <a:r>
            <a:rPr kumimoji="1" lang="en-US" altLang="ja-JP" sz="1100">
              <a:latin typeface="+mj-ea"/>
              <a:ea typeface="+mj-ea"/>
            </a:rPr>
            <a:t>HCS</a:t>
          </a:r>
          <a:endParaRPr kumimoji="1" lang="ja-JP" altLang="en-US" sz="1100">
            <a:latin typeface="+mj-ea"/>
            <a:ea typeface="+mj-ea"/>
          </a:endParaRPr>
        </a:p>
      </dgm:t>
    </dgm:pt>
    <dgm:pt modelId="{1D6BD546-0D1D-4876-9DCE-AFFD5E8B1EA7}" type="parTrans" cxnId="{30CE03F1-5506-41BD-8814-67EDF7876A9A}">
      <dgm:prSet custT="1"/>
      <dgm:spPr/>
      <dgm:t>
        <a:bodyPr/>
        <a:lstStyle/>
        <a:p>
          <a:endParaRPr kumimoji="1" lang="ja-JP" altLang="en-US" sz="1100">
            <a:latin typeface="+mj-ea"/>
            <a:ea typeface="+mj-ea"/>
          </a:endParaRPr>
        </a:p>
      </dgm:t>
    </dgm:pt>
    <dgm:pt modelId="{B6099199-39D5-42A2-B1B9-45725F9BFB1C}" type="sibTrans" cxnId="{30CE03F1-5506-41BD-8814-67EDF7876A9A}">
      <dgm:prSet/>
      <dgm:spPr/>
      <dgm:t>
        <a:bodyPr/>
        <a:lstStyle/>
        <a:p>
          <a:endParaRPr kumimoji="1" lang="ja-JP" altLang="en-US" sz="1100">
            <a:latin typeface="+mj-ea"/>
            <a:ea typeface="+mj-ea"/>
          </a:endParaRPr>
        </a:p>
      </dgm:t>
    </dgm:pt>
    <dgm:pt modelId="{E9410D9C-D4B5-43A7-874B-6669A7597FC8}">
      <dgm:prSet phldrT="[テキスト]" custT="1"/>
      <dgm:spPr/>
      <dgm:t>
        <a:bodyPr/>
        <a:lstStyle/>
        <a:p>
          <a:r>
            <a:rPr kumimoji="1" lang="ja-JP" altLang="en-US" sz="1100">
              <a:latin typeface="+mj-ea"/>
              <a:ea typeface="+mj-ea"/>
            </a:rPr>
            <a:t>全社</a:t>
          </a:r>
          <a:r>
            <a:rPr kumimoji="1" lang="en-US" altLang="ja-JP" sz="1100">
              <a:latin typeface="+mj-ea"/>
              <a:ea typeface="+mj-ea"/>
            </a:rPr>
            <a:t>DB</a:t>
          </a:r>
          <a:endParaRPr kumimoji="1" lang="ja-JP" altLang="en-US" sz="1100">
            <a:latin typeface="+mj-ea"/>
            <a:ea typeface="+mj-ea"/>
          </a:endParaRPr>
        </a:p>
      </dgm:t>
    </dgm:pt>
    <dgm:pt modelId="{914E861E-ADF3-4004-8788-C83BA8A15F60}" type="parTrans" cxnId="{BA68CF55-100A-4665-A909-9A0C857AC2FE}">
      <dgm:prSet custT="1"/>
      <dgm:spPr/>
      <dgm:t>
        <a:bodyPr/>
        <a:lstStyle/>
        <a:p>
          <a:endParaRPr kumimoji="1" lang="ja-JP" altLang="en-US" sz="1100">
            <a:latin typeface="+mj-ea"/>
            <a:ea typeface="+mj-ea"/>
          </a:endParaRPr>
        </a:p>
      </dgm:t>
    </dgm:pt>
    <dgm:pt modelId="{127839CB-417F-4CA2-9EE3-D677C1C1BED8}" type="sibTrans" cxnId="{BA68CF55-100A-4665-A909-9A0C857AC2FE}">
      <dgm:prSet/>
      <dgm:spPr/>
      <dgm:t>
        <a:bodyPr/>
        <a:lstStyle/>
        <a:p>
          <a:endParaRPr kumimoji="1" lang="ja-JP" altLang="en-US" sz="1100">
            <a:latin typeface="+mj-ea"/>
            <a:ea typeface="+mj-ea"/>
          </a:endParaRPr>
        </a:p>
      </dgm:t>
    </dgm:pt>
    <dgm:pt modelId="{1621F6AC-D686-4C70-8B74-2FA94913CE30}">
      <dgm:prSet phldrT="[テキスト]" custT="1"/>
      <dgm:spPr/>
      <dgm:t>
        <a:bodyPr/>
        <a:lstStyle/>
        <a:p>
          <a:r>
            <a:rPr kumimoji="1" lang="ja-JP" altLang="en-US" sz="1100">
              <a:latin typeface="+mj-ea"/>
              <a:ea typeface="+mj-ea"/>
            </a:rPr>
            <a:t>スカウト求人のみ希望</a:t>
          </a:r>
          <a:endParaRPr kumimoji="1" lang="en-US" altLang="ja-JP" sz="1100">
            <a:latin typeface="+mj-ea"/>
            <a:ea typeface="+mj-ea"/>
          </a:endParaRPr>
        </a:p>
      </dgm:t>
    </dgm:pt>
    <dgm:pt modelId="{1827A8DC-3CE0-4A37-9CE8-1A692095EB2A}" type="parTrans" cxnId="{689347FC-A60A-48A9-876A-9565B978548C}">
      <dgm:prSet/>
      <dgm:spPr/>
      <dgm:t>
        <a:bodyPr/>
        <a:lstStyle/>
        <a:p>
          <a:endParaRPr kumimoji="1" lang="ja-JP" altLang="en-US"/>
        </a:p>
      </dgm:t>
    </dgm:pt>
    <dgm:pt modelId="{B4D368BA-5D8A-40A7-B2A5-5E0B6528A920}" type="sibTrans" cxnId="{689347FC-A60A-48A9-876A-9565B978548C}">
      <dgm:prSet/>
      <dgm:spPr/>
      <dgm:t>
        <a:bodyPr/>
        <a:lstStyle/>
        <a:p>
          <a:endParaRPr kumimoji="1" lang="ja-JP" altLang="en-US"/>
        </a:p>
      </dgm:t>
    </dgm:pt>
    <dgm:pt modelId="{28ACE3D8-E0FE-4CF2-87C6-3EFC86EE65EA}">
      <dgm:prSet phldrT="[テキスト]" custT="1"/>
      <dgm:spPr>
        <a:ln w="57150">
          <a:solidFill>
            <a:srgbClr val="FF0000"/>
          </a:solidFill>
        </a:ln>
      </dgm:spPr>
      <dgm:t>
        <a:bodyPr/>
        <a:lstStyle/>
        <a:p>
          <a:pPr rtl="0"/>
          <a:r>
            <a:rPr kumimoji="1" lang="en-US" altLang="ja-JP" sz="1100">
              <a:latin typeface="+mj-ea"/>
              <a:ea typeface="+mj-ea"/>
            </a:rPr>
            <a:t>HCS</a:t>
          </a:r>
          <a:br>
            <a:rPr kumimoji="1" lang="en-US" altLang="ja-JP" sz="1100">
              <a:latin typeface="+mj-ea"/>
              <a:ea typeface="+mj-ea"/>
            </a:rPr>
          </a:br>
          <a:r>
            <a:rPr kumimoji="1" lang="en-US" altLang="ja-JP" sz="1100">
              <a:latin typeface="+mj-ea"/>
              <a:ea typeface="+mj-ea"/>
            </a:rPr>
            <a:t>（3Q以降）</a:t>
          </a:r>
        </a:p>
      </dgm:t>
    </dgm:pt>
    <dgm:pt modelId="{240FD265-B656-42DC-98AE-B76A186D80E3}" type="parTrans" cxnId="{417C47F4-7360-4FEF-9A16-C37FCE38E06E}">
      <dgm:prSet/>
      <dgm:spPr/>
      <dgm:t>
        <a:bodyPr/>
        <a:lstStyle/>
        <a:p>
          <a:endParaRPr kumimoji="1" lang="ja-JP" altLang="en-US"/>
        </a:p>
      </dgm:t>
    </dgm:pt>
    <dgm:pt modelId="{88083585-A1CB-4D4A-AEB2-C13B43C9D428}" type="sibTrans" cxnId="{417C47F4-7360-4FEF-9A16-C37FCE38E06E}">
      <dgm:prSet/>
      <dgm:spPr/>
      <dgm:t>
        <a:bodyPr/>
        <a:lstStyle/>
        <a:p>
          <a:endParaRPr kumimoji="1" lang="ja-JP" altLang="en-US"/>
        </a:p>
      </dgm:t>
    </dgm:pt>
    <dgm:pt modelId="{F0773A60-1FB3-48A7-9AB2-0AFF72C32F36}">
      <dgm:prSet phldrT="[テキスト]" custT="1"/>
      <dgm:spPr/>
      <dgm:t>
        <a:bodyPr/>
        <a:lstStyle/>
        <a:p>
          <a:r>
            <a:rPr kumimoji="1" lang="ja-JP" altLang="en-US" sz="1100">
              <a:latin typeface="+mj-ea"/>
              <a:ea typeface="+mj-ea"/>
            </a:rPr>
            <a:t>全社</a:t>
          </a:r>
          <a:r>
            <a:rPr kumimoji="1" lang="en-US" altLang="ja-JP" sz="1100">
              <a:latin typeface="+mj-ea"/>
              <a:ea typeface="+mj-ea"/>
            </a:rPr>
            <a:t>DB</a:t>
          </a:r>
          <a:r>
            <a:rPr kumimoji="1" lang="ja-JP" altLang="en-US" sz="1100">
              <a:latin typeface="+mj-ea"/>
              <a:ea typeface="+mj-ea"/>
            </a:rPr>
            <a:t>まま</a:t>
          </a:r>
          <a:endParaRPr kumimoji="1" lang="en-US" altLang="ja-JP" sz="1100">
            <a:latin typeface="+mj-ea"/>
            <a:ea typeface="+mj-ea"/>
          </a:endParaRPr>
        </a:p>
      </dgm:t>
    </dgm:pt>
    <dgm:pt modelId="{84AC7C28-AF46-4F35-AA61-8F532CE9DC32}" type="parTrans" cxnId="{0A26E8B2-8E51-41BB-810B-02D5F76BCDDF}">
      <dgm:prSet/>
      <dgm:spPr/>
      <dgm:t>
        <a:bodyPr/>
        <a:lstStyle/>
        <a:p>
          <a:endParaRPr kumimoji="1" lang="ja-JP" altLang="en-US"/>
        </a:p>
      </dgm:t>
    </dgm:pt>
    <dgm:pt modelId="{E9CD14E1-A495-4C22-9654-3C3E5B261519}" type="sibTrans" cxnId="{0A26E8B2-8E51-41BB-810B-02D5F76BCDDF}">
      <dgm:prSet/>
      <dgm:spPr/>
      <dgm:t>
        <a:bodyPr/>
        <a:lstStyle/>
        <a:p>
          <a:endParaRPr kumimoji="1" lang="ja-JP" altLang="en-US"/>
        </a:p>
      </dgm:t>
    </dgm:pt>
    <dgm:pt modelId="{B1D61A9C-1C64-40C1-A510-0C6A8515B8E7}" type="pres">
      <dgm:prSet presAssocID="{BF3EF4FA-0570-43D6-B5D7-D184B5E0AEEF}" presName="diagram" presStyleCnt="0">
        <dgm:presLayoutVars>
          <dgm:chPref val="1"/>
          <dgm:dir/>
          <dgm:animOne val="branch"/>
          <dgm:animLvl val="lvl"/>
          <dgm:resizeHandles val="exact"/>
        </dgm:presLayoutVars>
      </dgm:prSet>
      <dgm:spPr/>
    </dgm:pt>
    <dgm:pt modelId="{582545D7-5A7D-4864-87E5-99451AF91FAC}" type="pres">
      <dgm:prSet presAssocID="{4933D8A0-C4D5-464C-A967-495E85F6C6F0}" presName="root1" presStyleCnt="0"/>
      <dgm:spPr/>
    </dgm:pt>
    <dgm:pt modelId="{DFB7B3A9-5246-4B0E-A820-3DB695FD3C31}" type="pres">
      <dgm:prSet presAssocID="{4933D8A0-C4D5-464C-A967-495E85F6C6F0}" presName="LevelOneTextNode" presStyleLbl="node0" presStyleIdx="0" presStyleCnt="1">
        <dgm:presLayoutVars>
          <dgm:chPref val="3"/>
        </dgm:presLayoutVars>
      </dgm:prSet>
      <dgm:spPr/>
    </dgm:pt>
    <dgm:pt modelId="{C9089E85-7C51-4341-B3C7-D45F9CC7761B}" type="pres">
      <dgm:prSet presAssocID="{4933D8A0-C4D5-464C-A967-495E85F6C6F0}" presName="level2hierChild" presStyleCnt="0"/>
      <dgm:spPr/>
    </dgm:pt>
    <dgm:pt modelId="{9457F93D-4C26-46C6-B68D-FDB8F7C49D88}" type="pres">
      <dgm:prSet presAssocID="{C82DD482-411F-408C-A7A3-E1BD58951F75}" presName="conn2-1" presStyleLbl="parChTrans1D2" presStyleIdx="0" presStyleCnt="2"/>
      <dgm:spPr/>
    </dgm:pt>
    <dgm:pt modelId="{8825E3A5-9CA2-4265-A1EA-76481C8F4783}" type="pres">
      <dgm:prSet presAssocID="{C82DD482-411F-408C-A7A3-E1BD58951F75}" presName="connTx" presStyleLbl="parChTrans1D2" presStyleIdx="0" presStyleCnt="2"/>
      <dgm:spPr/>
    </dgm:pt>
    <dgm:pt modelId="{4E1C885A-4725-4604-B806-EEBECD9CB2A9}" type="pres">
      <dgm:prSet presAssocID="{B87A1E38-FC3A-4E27-AAEC-81F3E0D69020}" presName="root2" presStyleCnt="0"/>
      <dgm:spPr/>
    </dgm:pt>
    <dgm:pt modelId="{A207238F-6A11-4838-8B03-2833087F197C}" type="pres">
      <dgm:prSet presAssocID="{B87A1E38-FC3A-4E27-AAEC-81F3E0D69020}" presName="LevelTwoTextNode" presStyleLbl="node2" presStyleIdx="0" presStyleCnt="2">
        <dgm:presLayoutVars>
          <dgm:chPref val="3"/>
        </dgm:presLayoutVars>
      </dgm:prSet>
      <dgm:spPr/>
    </dgm:pt>
    <dgm:pt modelId="{BDC8FDDC-D74C-40C1-9985-017235233FC8}" type="pres">
      <dgm:prSet presAssocID="{B87A1E38-FC3A-4E27-AAEC-81F3E0D69020}" presName="level3hierChild" presStyleCnt="0"/>
      <dgm:spPr/>
    </dgm:pt>
    <dgm:pt modelId="{073B4636-A0B3-4074-B50C-E8B8DCE1A7AB}" type="pres">
      <dgm:prSet presAssocID="{4600CEBD-371B-41A1-95C8-A951B66AD888}" presName="conn2-1" presStyleLbl="parChTrans1D3" presStyleIdx="0" presStyleCnt="3"/>
      <dgm:spPr/>
    </dgm:pt>
    <dgm:pt modelId="{4707AB70-C290-4577-B511-1E9B0AAE80D2}" type="pres">
      <dgm:prSet presAssocID="{4600CEBD-371B-41A1-95C8-A951B66AD888}" presName="connTx" presStyleLbl="parChTrans1D3" presStyleIdx="0" presStyleCnt="3"/>
      <dgm:spPr/>
    </dgm:pt>
    <dgm:pt modelId="{C8993902-8632-4AF4-9D80-EB126D6AEA3A}" type="pres">
      <dgm:prSet presAssocID="{349DF88B-F52D-43F5-B675-24D65A18D3A1}" presName="root2" presStyleCnt="0"/>
      <dgm:spPr/>
    </dgm:pt>
    <dgm:pt modelId="{C8C4FEFD-8EE1-4DCF-8D5F-3EAD203BF047}" type="pres">
      <dgm:prSet presAssocID="{349DF88B-F52D-43F5-B675-24D65A18D3A1}" presName="LevelTwoTextNode" presStyleLbl="node3" presStyleIdx="0" presStyleCnt="3">
        <dgm:presLayoutVars>
          <dgm:chPref val="3"/>
        </dgm:presLayoutVars>
      </dgm:prSet>
      <dgm:spPr/>
    </dgm:pt>
    <dgm:pt modelId="{463D57F2-D0C7-4483-98D6-4348A2322513}" type="pres">
      <dgm:prSet presAssocID="{349DF88B-F52D-43F5-B675-24D65A18D3A1}" presName="level3hierChild" presStyleCnt="0"/>
      <dgm:spPr/>
    </dgm:pt>
    <dgm:pt modelId="{26C18454-F144-49E0-A9F2-C875959C947D}" type="pres">
      <dgm:prSet presAssocID="{889563C5-9C7F-488D-AF52-826E1AA34153}" presName="conn2-1" presStyleLbl="parChTrans1D2" presStyleIdx="1" presStyleCnt="2"/>
      <dgm:spPr/>
    </dgm:pt>
    <dgm:pt modelId="{B199F254-3543-42BB-B45D-8A035A187408}" type="pres">
      <dgm:prSet presAssocID="{889563C5-9C7F-488D-AF52-826E1AA34153}" presName="connTx" presStyleLbl="parChTrans1D2" presStyleIdx="1" presStyleCnt="2"/>
      <dgm:spPr/>
    </dgm:pt>
    <dgm:pt modelId="{31118358-7A44-40D2-A9FF-BB05EB243E5D}" type="pres">
      <dgm:prSet presAssocID="{8259BA5A-05E9-4D96-B970-3BFF6BB12A9C}" presName="root2" presStyleCnt="0"/>
      <dgm:spPr/>
    </dgm:pt>
    <dgm:pt modelId="{F06E8572-136F-430B-B7DB-F300206F9D61}" type="pres">
      <dgm:prSet presAssocID="{8259BA5A-05E9-4D96-B970-3BFF6BB12A9C}" presName="LevelTwoTextNode" presStyleLbl="node2" presStyleIdx="1" presStyleCnt="2">
        <dgm:presLayoutVars>
          <dgm:chPref val="3"/>
        </dgm:presLayoutVars>
      </dgm:prSet>
      <dgm:spPr/>
    </dgm:pt>
    <dgm:pt modelId="{68C69233-2730-433C-8B90-AC0E1212C139}" type="pres">
      <dgm:prSet presAssocID="{8259BA5A-05E9-4D96-B970-3BFF6BB12A9C}" presName="level3hierChild" presStyleCnt="0"/>
      <dgm:spPr/>
    </dgm:pt>
    <dgm:pt modelId="{8256403B-57FC-4F87-A989-2257D204C64D}" type="pres">
      <dgm:prSet presAssocID="{9237B668-686B-4239-BB53-B00E59AA90C3}" presName="conn2-1" presStyleLbl="parChTrans1D3" presStyleIdx="1" presStyleCnt="3"/>
      <dgm:spPr/>
    </dgm:pt>
    <dgm:pt modelId="{9AAC63E9-F796-433E-845A-153429C63A2C}" type="pres">
      <dgm:prSet presAssocID="{9237B668-686B-4239-BB53-B00E59AA90C3}" presName="connTx" presStyleLbl="parChTrans1D3" presStyleIdx="1" presStyleCnt="3"/>
      <dgm:spPr/>
    </dgm:pt>
    <dgm:pt modelId="{E510C075-B172-4FF0-9AF2-CA08FFFDCF0D}" type="pres">
      <dgm:prSet presAssocID="{DC6E3060-D538-48DB-A5FC-14902F0C93AA}" presName="root2" presStyleCnt="0"/>
      <dgm:spPr/>
    </dgm:pt>
    <dgm:pt modelId="{BBA47CEC-085A-4431-8B3A-07A4F454EAC3}" type="pres">
      <dgm:prSet presAssocID="{DC6E3060-D538-48DB-A5FC-14902F0C93AA}" presName="LevelTwoTextNode" presStyleLbl="node3" presStyleIdx="1" presStyleCnt="3">
        <dgm:presLayoutVars>
          <dgm:chPref val="3"/>
        </dgm:presLayoutVars>
      </dgm:prSet>
      <dgm:spPr/>
    </dgm:pt>
    <dgm:pt modelId="{CAF36513-C852-4E5C-BB1B-6E0662B6D272}" type="pres">
      <dgm:prSet presAssocID="{DC6E3060-D538-48DB-A5FC-14902F0C93AA}" presName="level3hierChild" presStyleCnt="0"/>
      <dgm:spPr/>
    </dgm:pt>
    <dgm:pt modelId="{CF810B0B-C421-4525-94FE-17752EAFA203}" type="pres">
      <dgm:prSet presAssocID="{EF659D04-B8AC-4DB2-8065-6CB0FA87BA91}" presName="conn2-1" presStyleLbl="parChTrans1D4" presStyleIdx="0" presStyleCnt="9"/>
      <dgm:spPr/>
    </dgm:pt>
    <dgm:pt modelId="{78AA7A7E-7B6B-4818-8414-0153FD924F3B}" type="pres">
      <dgm:prSet presAssocID="{EF659D04-B8AC-4DB2-8065-6CB0FA87BA91}" presName="connTx" presStyleLbl="parChTrans1D4" presStyleIdx="0" presStyleCnt="9"/>
      <dgm:spPr/>
    </dgm:pt>
    <dgm:pt modelId="{673BBD5B-A810-494D-9CF7-B15C1DD7D432}" type="pres">
      <dgm:prSet presAssocID="{92DC716D-7A57-4913-BD15-5CF1B0C168AF}" presName="root2" presStyleCnt="0"/>
      <dgm:spPr/>
    </dgm:pt>
    <dgm:pt modelId="{6A73314B-4F56-4464-B3B8-22F0E3E70C60}" type="pres">
      <dgm:prSet presAssocID="{92DC716D-7A57-4913-BD15-5CF1B0C168AF}" presName="LevelTwoTextNode" presStyleLbl="node4" presStyleIdx="0" presStyleCnt="9">
        <dgm:presLayoutVars>
          <dgm:chPref val="3"/>
        </dgm:presLayoutVars>
      </dgm:prSet>
      <dgm:spPr/>
    </dgm:pt>
    <dgm:pt modelId="{D76005E8-7B72-43B7-A6D9-6633D6B4D4B6}" type="pres">
      <dgm:prSet presAssocID="{92DC716D-7A57-4913-BD15-5CF1B0C168AF}" presName="level3hierChild" presStyleCnt="0"/>
      <dgm:spPr/>
    </dgm:pt>
    <dgm:pt modelId="{55D45B7E-A2A0-4421-944A-30BB0333CD26}" type="pres">
      <dgm:prSet presAssocID="{C3907810-8C93-4214-96D8-1B4D3D2D9442}" presName="conn2-1" presStyleLbl="parChTrans1D4" presStyleIdx="1" presStyleCnt="9"/>
      <dgm:spPr/>
    </dgm:pt>
    <dgm:pt modelId="{2A444493-5022-479D-A39D-1B0E5A5388C7}" type="pres">
      <dgm:prSet presAssocID="{C3907810-8C93-4214-96D8-1B4D3D2D9442}" presName="connTx" presStyleLbl="parChTrans1D4" presStyleIdx="1" presStyleCnt="9"/>
      <dgm:spPr/>
    </dgm:pt>
    <dgm:pt modelId="{C4CE81FB-E9A7-4E11-AEFD-15EBF2575723}" type="pres">
      <dgm:prSet presAssocID="{792D00F6-770E-4E46-AC0E-0D04122851EA}" presName="root2" presStyleCnt="0"/>
      <dgm:spPr/>
    </dgm:pt>
    <dgm:pt modelId="{129C3E22-1F75-480E-A8F9-2FD63B757715}" type="pres">
      <dgm:prSet presAssocID="{792D00F6-770E-4E46-AC0E-0D04122851EA}" presName="LevelTwoTextNode" presStyleLbl="node4" presStyleIdx="1" presStyleCnt="9">
        <dgm:presLayoutVars>
          <dgm:chPref val="3"/>
        </dgm:presLayoutVars>
      </dgm:prSet>
      <dgm:spPr/>
    </dgm:pt>
    <dgm:pt modelId="{E85E4FCA-A092-400F-9409-A98841CAF3D6}" type="pres">
      <dgm:prSet presAssocID="{792D00F6-770E-4E46-AC0E-0D04122851EA}" presName="level3hierChild" presStyleCnt="0"/>
      <dgm:spPr/>
    </dgm:pt>
    <dgm:pt modelId="{8C1D2525-C561-453F-8283-EA7D7241701E}" type="pres">
      <dgm:prSet presAssocID="{1D6BD546-0D1D-4876-9DCE-AFFD5E8B1EA7}" presName="conn2-1" presStyleLbl="parChTrans1D4" presStyleIdx="2" presStyleCnt="9"/>
      <dgm:spPr/>
    </dgm:pt>
    <dgm:pt modelId="{9FADE6F5-75DD-4456-8FB1-95DA366EBD38}" type="pres">
      <dgm:prSet presAssocID="{1D6BD546-0D1D-4876-9DCE-AFFD5E8B1EA7}" presName="connTx" presStyleLbl="parChTrans1D4" presStyleIdx="2" presStyleCnt="9"/>
      <dgm:spPr/>
    </dgm:pt>
    <dgm:pt modelId="{0E87CBE8-D4C7-44BC-B047-9D1136D24B3A}" type="pres">
      <dgm:prSet presAssocID="{D88DFD2F-4E0D-48E5-ADF0-8D96B9668B21}" presName="root2" presStyleCnt="0"/>
      <dgm:spPr/>
    </dgm:pt>
    <dgm:pt modelId="{55C1D49F-DABC-4840-ABFD-6AC4878245D3}" type="pres">
      <dgm:prSet presAssocID="{D88DFD2F-4E0D-48E5-ADF0-8D96B9668B21}" presName="LevelTwoTextNode" presStyleLbl="node4" presStyleIdx="2" presStyleCnt="9">
        <dgm:presLayoutVars>
          <dgm:chPref val="3"/>
        </dgm:presLayoutVars>
      </dgm:prSet>
      <dgm:spPr/>
    </dgm:pt>
    <dgm:pt modelId="{9963D7A3-719E-4BDE-8279-890DBF4A5DCF}" type="pres">
      <dgm:prSet presAssocID="{D88DFD2F-4E0D-48E5-ADF0-8D96B9668B21}" presName="level3hierChild" presStyleCnt="0"/>
      <dgm:spPr/>
    </dgm:pt>
    <dgm:pt modelId="{9DB10A86-67A3-4D3A-94A6-1C53CDA4B080}" type="pres">
      <dgm:prSet presAssocID="{56844ABD-0CDB-4E37-AC51-294F4F8CFE7D}" presName="conn2-1" presStyleLbl="parChTrans1D4" presStyleIdx="3" presStyleCnt="9"/>
      <dgm:spPr/>
    </dgm:pt>
    <dgm:pt modelId="{45242E79-6261-47A8-9F8C-9EA1388C2201}" type="pres">
      <dgm:prSet presAssocID="{56844ABD-0CDB-4E37-AC51-294F4F8CFE7D}" presName="connTx" presStyleLbl="parChTrans1D4" presStyleIdx="3" presStyleCnt="9"/>
      <dgm:spPr/>
    </dgm:pt>
    <dgm:pt modelId="{74A0903F-7CA6-446D-B972-D0405427FFDF}" type="pres">
      <dgm:prSet presAssocID="{DC815805-BF2C-4E10-89A0-2A7744E7F0E5}" presName="root2" presStyleCnt="0"/>
      <dgm:spPr/>
    </dgm:pt>
    <dgm:pt modelId="{99640A0C-6348-4F81-A7E5-2C5E453B363D}" type="pres">
      <dgm:prSet presAssocID="{DC815805-BF2C-4E10-89A0-2A7744E7F0E5}" presName="LevelTwoTextNode" presStyleLbl="node4" presStyleIdx="3" presStyleCnt="9">
        <dgm:presLayoutVars>
          <dgm:chPref val="3"/>
        </dgm:presLayoutVars>
      </dgm:prSet>
      <dgm:spPr/>
    </dgm:pt>
    <dgm:pt modelId="{082E13EB-D343-47D9-83CF-A705C38237D6}" type="pres">
      <dgm:prSet presAssocID="{DC815805-BF2C-4E10-89A0-2A7744E7F0E5}" presName="level3hierChild" presStyleCnt="0"/>
      <dgm:spPr/>
    </dgm:pt>
    <dgm:pt modelId="{8F3F9015-D460-422F-B13B-FE4FD6AD3E6A}" type="pres">
      <dgm:prSet presAssocID="{914E861E-ADF3-4004-8788-C83BA8A15F60}" presName="conn2-1" presStyleLbl="parChTrans1D4" presStyleIdx="4" presStyleCnt="9"/>
      <dgm:spPr/>
    </dgm:pt>
    <dgm:pt modelId="{CFD8C533-9CB0-4B5B-8B64-889B0DD5E812}" type="pres">
      <dgm:prSet presAssocID="{914E861E-ADF3-4004-8788-C83BA8A15F60}" presName="connTx" presStyleLbl="parChTrans1D4" presStyleIdx="4" presStyleCnt="9"/>
      <dgm:spPr/>
    </dgm:pt>
    <dgm:pt modelId="{4612AF22-F951-4C2D-BC36-73FFA6012B7E}" type="pres">
      <dgm:prSet presAssocID="{E9410D9C-D4B5-43A7-874B-6669A7597FC8}" presName="root2" presStyleCnt="0"/>
      <dgm:spPr/>
    </dgm:pt>
    <dgm:pt modelId="{1DEF1932-1D6C-4A07-9DDD-469DE4B2733E}" type="pres">
      <dgm:prSet presAssocID="{E9410D9C-D4B5-43A7-874B-6669A7597FC8}" presName="LevelTwoTextNode" presStyleLbl="node4" presStyleIdx="4" presStyleCnt="9">
        <dgm:presLayoutVars>
          <dgm:chPref val="3"/>
        </dgm:presLayoutVars>
      </dgm:prSet>
      <dgm:spPr/>
    </dgm:pt>
    <dgm:pt modelId="{DA326B17-F3E0-46CB-8AB3-31B580280121}" type="pres">
      <dgm:prSet presAssocID="{E9410D9C-D4B5-43A7-874B-6669A7597FC8}" presName="level3hierChild" presStyleCnt="0"/>
      <dgm:spPr/>
    </dgm:pt>
    <dgm:pt modelId="{BDF40A5F-2538-4B9A-A53C-6B9BCF7EA2A5}" type="pres">
      <dgm:prSet presAssocID="{01F4CC9A-560D-4390-A4C6-55C39D85E552}" presName="conn2-1" presStyleLbl="parChTrans1D3" presStyleIdx="2" presStyleCnt="3"/>
      <dgm:spPr/>
    </dgm:pt>
    <dgm:pt modelId="{BF173308-F7ED-4FEC-915A-15FA3202AF41}" type="pres">
      <dgm:prSet presAssocID="{01F4CC9A-560D-4390-A4C6-55C39D85E552}" presName="connTx" presStyleLbl="parChTrans1D3" presStyleIdx="2" presStyleCnt="3"/>
      <dgm:spPr/>
    </dgm:pt>
    <dgm:pt modelId="{797DBC95-A1E6-4D03-A477-D4B5CF122F5D}" type="pres">
      <dgm:prSet presAssocID="{277CBD29-DE2B-49CF-BA7B-E108EEEDF870}" presName="root2" presStyleCnt="0"/>
      <dgm:spPr/>
    </dgm:pt>
    <dgm:pt modelId="{E6F39DC7-076A-43F3-91B6-C88D9CB2CFFC}" type="pres">
      <dgm:prSet presAssocID="{277CBD29-DE2B-49CF-BA7B-E108EEEDF870}" presName="LevelTwoTextNode" presStyleLbl="node3" presStyleIdx="2" presStyleCnt="3">
        <dgm:presLayoutVars>
          <dgm:chPref val="3"/>
        </dgm:presLayoutVars>
      </dgm:prSet>
      <dgm:spPr/>
    </dgm:pt>
    <dgm:pt modelId="{51A70A71-3E36-4AF9-8077-38074A25CC96}" type="pres">
      <dgm:prSet presAssocID="{277CBD29-DE2B-49CF-BA7B-E108EEEDF870}" presName="level3hierChild" presStyleCnt="0"/>
      <dgm:spPr/>
    </dgm:pt>
    <dgm:pt modelId="{59443D2C-7CB8-4F1F-96D8-771F4E1792DC}" type="pres">
      <dgm:prSet presAssocID="{84461487-AE18-4B53-8DB2-5719A60D88F6}" presName="conn2-1" presStyleLbl="parChTrans1D4" presStyleIdx="5" presStyleCnt="9"/>
      <dgm:spPr/>
    </dgm:pt>
    <dgm:pt modelId="{E01D05CC-608E-4B09-8E55-D5390B837A16}" type="pres">
      <dgm:prSet presAssocID="{84461487-AE18-4B53-8DB2-5719A60D88F6}" presName="connTx" presStyleLbl="parChTrans1D4" presStyleIdx="5" presStyleCnt="9"/>
      <dgm:spPr/>
    </dgm:pt>
    <dgm:pt modelId="{546A03BD-AA3F-4583-83A4-82BD88CE8F87}" type="pres">
      <dgm:prSet presAssocID="{4D4E2555-778B-4C45-B2A5-BFF29F7C62E7}" presName="root2" presStyleCnt="0"/>
      <dgm:spPr/>
    </dgm:pt>
    <dgm:pt modelId="{9D6B252E-7054-44AF-9252-0F779F21E87A}" type="pres">
      <dgm:prSet presAssocID="{4D4E2555-778B-4C45-B2A5-BFF29F7C62E7}" presName="LevelTwoTextNode" presStyleLbl="node4" presStyleIdx="5" presStyleCnt="9">
        <dgm:presLayoutVars>
          <dgm:chPref val="3"/>
        </dgm:presLayoutVars>
      </dgm:prSet>
      <dgm:spPr/>
    </dgm:pt>
    <dgm:pt modelId="{E4480713-A98F-4CAB-991F-22365F8AA035}" type="pres">
      <dgm:prSet presAssocID="{4D4E2555-778B-4C45-B2A5-BFF29F7C62E7}" presName="level3hierChild" presStyleCnt="0"/>
      <dgm:spPr/>
    </dgm:pt>
    <dgm:pt modelId="{76E8C44D-5483-484B-8616-BADC9DEA8C5F}" type="pres">
      <dgm:prSet presAssocID="{240FD265-B656-42DC-98AE-B76A186D80E3}" presName="conn2-1" presStyleLbl="parChTrans1D4" presStyleIdx="6" presStyleCnt="9"/>
      <dgm:spPr/>
    </dgm:pt>
    <dgm:pt modelId="{4FAD7480-9BC9-46FA-A3A0-C93D8C845BBB}" type="pres">
      <dgm:prSet presAssocID="{240FD265-B656-42DC-98AE-B76A186D80E3}" presName="connTx" presStyleLbl="parChTrans1D4" presStyleIdx="6" presStyleCnt="9"/>
      <dgm:spPr/>
    </dgm:pt>
    <dgm:pt modelId="{151CED3D-494A-4DCF-A0C9-7100F1F15302}" type="pres">
      <dgm:prSet presAssocID="{28ACE3D8-E0FE-4CF2-87C6-3EFC86EE65EA}" presName="root2" presStyleCnt="0"/>
      <dgm:spPr/>
    </dgm:pt>
    <dgm:pt modelId="{569BB6E9-4DC7-4E9C-8862-BB54C464322A}" type="pres">
      <dgm:prSet presAssocID="{28ACE3D8-E0FE-4CF2-87C6-3EFC86EE65EA}" presName="LevelTwoTextNode" presStyleLbl="node4" presStyleIdx="6" presStyleCnt="9">
        <dgm:presLayoutVars>
          <dgm:chPref val="3"/>
        </dgm:presLayoutVars>
      </dgm:prSet>
      <dgm:spPr/>
    </dgm:pt>
    <dgm:pt modelId="{17735494-6780-41D6-A1AA-18A8AD95B6FB}" type="pres">
      <dgm:prSet presAssocID="{28ACE3D8-E0FE-4CF2-87C6-3EFC86EE65EA}" presName="level3hierChild" presStyleCnt="0"/>
      <dgm:spPr/>
    </dgm:pt>
    <dgm:pt modelId="{451552A6-664B-4E9C-B128-D12629D0675D}" type="pres">
      <dgm:prSet presAssocID="{1827A8DC-3CE0-4A37-9CE8-1A692095EB2A}" presName="conn2-1" presStyleLbl="parChTrans1D4" presStyleIdx="7" presStyleCnt="9"/>
      <dgm:spPr/>
    </dgm:pt>
    <dgm:pt modelId="{0046340A-515A-4B91-B7DB-E4FF6709C286}" type="pres">
      <dgm:prSet presAssocID="{1827A8DC-3CE0-4A37-9CE8-1A692095EB2A}" presName="connTx" presStyleLbl="parChTrans1D4" presStyleIdx="7" presStyleCnt="9"/>
      <dgm:spPr/>
    </dgm:pt>
    <dgm:pt modelId="{AAD589FF-E83C-4B07-B4BA-F1C6FC88975B}" type="pres">
      <dgm:prSet presAssocID="{1621F6AC-D686-4C70-8B74-2FA94913CE30}" presName="root2" presStyleCnt="0"/>
      <dgm:spPr/>
    </dgm:pt>
    <dgm:pt modelId="{725F111F-43B8-418F-8644-E41EFB8994C3}" type="pres">
      <dgm:prSet presAssocID="{1621F6AC-D686-4C70-8B74-2FA94913CE30}" presName="LevelTwoTextNode" presStyleLbl="node4" presStyleIdx="7" presStyleCnt="9">
        <dgm:presLayoutVars>
          <dgm:chPref val="3"/>
        </dgm:presLayoutVars>
      </dgm:prSet>
      <dgm:spPr/>
    </dgm:pt>
    <dgm:pt modelId="{F6FE0946-A914-46FC-91A6-12655E636CA9}" type="pres">
      <dgm:prSet presAssocID="{1621F6AC-D686-4C70-8B74-2FA94913CE30}" presName="level3hierChild" presStyleCnt="0"/>
      <dgm:spPr/>
    </dgm:pt>
    <dgm:pt modelId="{1330D027-6B46-469C-8545-00CEC48E0A78}" type="pres">
      <dgm:prSet presAssocID="{84AC7C28-AF46-4F35-AA61-8F532CE9DC32}" presName="conn2-1" presStyleLbl="parChTrans1D4" presStyleIdx="8" presStyleCnt="9"/>
      <dgm:spPr/>
    </dgm:pt>
    <dgm:pt modelId="{6ECA3B4F-1391-4FAF-BF93-3A3291464EBB}" type="pres">
      <dgm:prSet presAssocID="{84AC7C28-AF46-4F35-AA61-8F532CE9DC32}" presName="connTx" presStyleLbl="parChTrans1D4" presStyleIdx="8" presStyleCnt="9"/>
      <dgm:spPr/>
    </dgm:pt>
    <dgm:pt modelId="{8EE062CB-FC3D-40D9-8869-E6600929B240}" type="pres">
      <dgm:prSet presAssocID="{F0773A60-1FB3-48A7-9AB2-0AFF72C32F36}" presName="root2" presStyleCnt="0"/>
      <dgm:spPr/>
    </dgm:pt>
    <dgm:pt modelId="{649BA9ED-30C8-4C91-900F-E8EB7093AD59}" type="pres">
      <dgm:prSet presAssocID="{F0773A60-1FB3-48A7-9AB2-0AFF72C32F36}" presName="LevelTwoTextNode" presStyleLbl="node4" presStyleIdx="8" presStyleCnt="9">
        <dgm:presLayoutVars>
          <dgm:chPref val="3"/>
        </dgm:presLayoutVars>
      </dgm:prSet>
      <dgm:spPr/>
    </dgm:pt>
    <dgm:pt modelId="{CCEF3E55-F8EC-4F5D-BF96-E52432218FC2}" type="pres">
      <dgm:prSet presAssocID="{F0773A60-1FB3-48A7-9AB2-0AFF72C32F36}" presName="level3hierChild" presStyleCnt="0"/>
      <dgm:spPr/>
    </dgm:pt>
  </dgm:ptLst>
  <dgm:cxnLst>
    <dgm:cxn modelId="{027D6905-C917-411F-8112-CB782DFC9BCC}" type="presOf" srcId="{01F4CC9A-560D-4390-A4C6-55C39D85E552}" destId="{BDF40A5F-2538-4B9A-A53C-6B9BCF7EA2A5}" srcOrd="0" destOrd="0" presId="urn:microsoft.com/office/officeart/2005/8/layout/hierarchy2"/>
    <dgm:cxn modelId="{ABA7CA07-A914-4EC3-B897-507FDEB9FB1E}" type="presOf" srcId="{914E861E-ADF3-4004-8788-C83BA8A15F60}" destId="{8F3F9015-D460-422F-B13B-FE4FD6AD3E6A}" srcOrd="0" destOrd="0" presId="urn:microsoft.com/office/officeart/2005/8/layout/hierarchy2"/>
    <dgm:cxn modelId="{E526CF08-3756-46D7-A156-8B6E9766DF48}" type="presOf" srcId="{792D00F6-770E-4E46-AC0E-0D04122851EA}" destId="{129C3E22-1F75-480E-A8F9-2FD63B757715}" srcOrd="0" destOrd="0" presId="urn:microsoft.com/office/officeart/2005/8/layout/hierarchy2"/>
    <dgm:cxn modelId="{E77A390A-8114-47BB-B00B-03AB702F36EE}" type="presOf" srcId="{56844ABD-0CDB-4E37-AC51-294F4F8CFE7D}" destId="{45242E79-6261-47A8-9F8C-9EA1388C2201}" srcOrd="1" destOrd="0" presId="urn:microsoft.com/office/officeart/2005/8/layout/hierarchy2"/>
    <dgm:cxn modelId="{35EFEF13-0D32-42AE-B7DD-874BC3265E0B}" type="presOf" srcId="{D88DFD2F-4E0D-48E5-ADF0-8D96B9668B21}" destId="{55C1D49F-DABC-4840-ABFD-6AC4878245D3}" srcOrd="0" destOrd="0" presId="urn:microsoft.com/office/officeart/2005/8/layout/hierarchy2"/>
    <dgm:cxn modelId="{120B8C14-F633-44FF-BB5A-B1E0A7991865}" type="presOf" srcId="{1827A8DC-3CE0-4A37-9CE8-1A692095EB2A}" destId="{0046340A-515A-4B91-B7DB-E4FF6709C286}" srcOrd="1" destOrd="0" presId="urn:microsoft.com/office/officeart/2005/8/layout/hierarchy2"/>
    <dgm:cxn modelId="{A9154F1B-E3E2-4860-9C81-1FA1FD804E1D}" type="presOf" srcId="{C3907810-8C93-4214-96D8-1B4D3D2D9442}" destId="{55D45B7E-A2A0-4421-944A-30BB0333CD26}" srcOrd="0" destOrd="0" presId="urn:microsoft.com/office/officeart/2005/8/layout/hierarchy2"/>
    <dgm:cxn modelId="{27B55620-88FF-4C73-9B98-48B7756EB74C}" type="presOf" srcId="{84AC7C28-AF46-4F35-AA61-8F532CE9DC32}" destId="{6ECA3B4F-1391-4FAF-BF93-3A3291464EBB}" srcOrd="1" destOrd="0" presId="urn:microsoft.com/office/officeart/2005/8/layout/hierarchy2"/>
    <dgm:cxn modelId="{DA80AF25-BE0F-411B-9018-08D371697CFF}" srcId="{8259BA5A-05E9-4D96-B970-3BFF6BB12A9C}" destId="{277CBD29-DE2B-49CF-BA7B-E108EEEDF870}" srcOrd="1" destOrd="0" parTransId="{01F4CC9A-560D-4390-A4C6-55C39D85E552}" sibTransId="{B3BF3626-6758-45D6-9FDA-4E06071E8C79}"/>
    <dgm:cxn modelId="{CC70D12A-94F2-4F10-A487-F5969699B922}" type="presOf" srcId="{56844ABD-0CDB-4E37-AC51-294F4F8CFE7D}" destId="{9DB10A86-67A3-4D3A-94A6-1C53CDA4B080}" srcOrd="0" destOrd="0" presId="urn:microsoft.com/office/officeart/2005/8/layout/hierarchy2"/>
    <dgm:cxn modelId="{27C7FC31-F7BA-40B4-BCCB-6193ED319EA5}" srcId="{277CBD29-DE2B-49CF-BA7B-E108EEEDF870}" destId="{4D4E2555-778B-4C45-B2A5-BFF29F7C62E7}" srcOrd="0" destOrd="0" parTransId="{84461487-AE18-4B53-8DB2-5719A60D88F6}" sibTransId="{31F2ED3C-EA9C-453F-A36B-E9707A0679B3}"/>
    <dgm:cxn modelId="{736EA333-7836-4053-9365-A53442D856E7}" type="presOf" srcId="{1D6BD546-0D1D-4876-9DCE-AFFD5E8B1EA7}" destId="{9FADE6F5-75DD-4456-8FB1-95DA366EBD38}" srcOrd="1" destOrd="0" presId="urn:microsoft.com/office/officeart/2005/8/layout/hierarchy2"/>
    <dgm:cxn modelId="{66536334-E094-4556-A662-25BD88502FA8}" type="presOf" srcId="{9237B668-686B-4239-BB53-B00E59AA90C3}" destId="{9AAC63E9-F796-433E-845A-153429C63A2C}" srcOrd="1" destOrd="0" presId="urn:microsoft.com/office/officeart/2005/8/layout/hierarchy2"/>
    <dgm:cxn modelId="{B30BC33A-A958-4D47-A7D8-95E6F5B49991}" srcId="{92DC716D-7A57-4913-BD15-5CF1B0C168AF}" destId="{DC815805-BF2C-4E10-89A0-2A7744E7F0E5}" srcOrd="1" destOrd="0" parTransId="{56844ABD-0CDB-4E37-AC51-294F4F8CFE7D}" sibTransId="{474BA597-E381-4E2F-B56B-B6CE410E9DD5}"/>
    <dgm:cxn modelId="{21E70160-E64C-4A03-B4D1-7E326AB1786A}" type="presOf" srcId="{4600CEBD-371B-41A1-95C8-A951B66AD888}" destId="{4707AB70-C290-4577-B511-1E9B0AAE80D2}" srcOrd="1" destOrd="0" presId="urn:microsoft.com/office/officeart/2005/8/layout/hierarchy2"/>
    <dgm:cxn modelId="{6BD8A347-2DB1-479E-BCA9-83BFFC3B2F79}" type="presOf" srcId="{B87A1E38-FC3A-4E27-AAEC-81F3E0D69020}" destId="{A207238F-6A11-4838-8B03-2833087F197C}" srcOrd="0" destOrd="0" presId="urn:microsoft.com/office/officeart/2005/8/layout/hierarchy2"/>
    <dgm:cxn modelId="{A38E1A68-B7BD-4064-86CA-CF89AB1EE912}" type="presOf" srcId="{889563C5-9C7F-488D-AF52-826E1AA34153}" destId="{26C18454-F144-49E0-A9F2-C875959C947D}" srcOrd="0" destOrd="0" presId="urn:microsoft.com/office/officeart/2005/8/layout/hierarchy2"/>
    <dgm:cxn modelId="{7F68144A-64DA-4313-8065-1603FDEE2AB7}" type="presOf" srcId="{DC6E3060-D538-48DB-A5FC-14902F0C93AA}" destId="{BBA47CEC-085A-4431-8B3A-07A4F454EAC3}" srcOrd="0" destOrd="0" presId="urn:microsoft.com/office/officeart/2005/8/layout/hierarchy2"/>
    <dgm:cxn modelId="{C3DF926A-DADC-4AEE-850B-3E80E7065653}" type="presOf" srcId="{BF3EF4FA-0570-43D6-B5D7-D184B5E0AEEF}" destId="{B1D61A9C-1C64-40C1-A510-0C6A8515B8E7}" srcOrd="0" destOrd="0" presId="urn:microsoft.com/office/officeart/2005/8/layout/hierarchy2"/>
    <dgm:cxn modelId="{FF2B9D4B-02C6-41BF-A1A6-4B037CA773CC}" type="presOf" srcId="{E9410D9C-D4B5-43A7-874B-6669A7597FC8}" destId="{1DEF1932-1D6C-4A07-9DDD-469DE4B2733E}" srcOrd="0" destOrd="0" presId="urn:microsoft.com/office/officeart/2005/8/layout/hierarchy2"/>
    <dgm:cxn modelId="{83831F4E-6FB1-40D8-847F-7297C49F461B}" type="presOf" srcId="{889563C5-9C7F-488D-AF52-826E1AA34153}" destId="{B199F254-3543-42BB-B45D-8A035A187408}" srcOrd="1" destOrd="0" presId="urn:microsoft.com/office/officeart/2005/8/layout/hierarchy2"/>
    <dgm:cxn modelId="{86562F4F-E5C5-495A-BBA7-EE86484B59DD}" type="presOf" srcId="{C82DD482-411F-408C-A7A3-E1BD58951F75}" destId="{8825E3A5-9CA2-4265-A1EA-76481C8F4783}" srcOrd="1" destOrd="0" presId="urn:microsoft.com/office/officeart/2005/8/layout/hierarchy2"/>
    <dgm:cxn modelId="{8CF74F51-6203-4B03-9BEA-6B49A731D644}" type="presOf" srcId="{C3907810-8C93-4214-96D8-1B4D3D2D9442}" destId="{2A444493-5022-479D-A39D-1B0E5A5388C7}" srcOrd="1" destOrd="0" presId="urn:microsoft.com/office/officeart/2005/8/layout/hierarchy2"/>
    <dgm:cxn modelId="{91CDC971-089A-4A3D-AFF6-5F62AA49E8D7}" type="presOf" srcId="{EF659D04-B8AC-4DB2-8065-6CB0FA87BA91}" destId="{CF810B0B-C421-4525-94FE-17752EAFA203}" srcOrd="0" destOrd="0" presId="urn:microsoft.com/office/officeart/2005/8/layout/hierarchy2"/>
    <dgm:cxn modelId="{BA68CF55-100A-4665-A909-9A0C857AC2FE}" srcId="{DC815805-BF2C-4E10-89A0-2A7744E7F0E5}" destId="{E9410D9C-D4B5-43A7-874B-6669A7597FC8}" srcOrd="0" destOrd="0" parTransId="{914E861E-ADF3-4004-8788-C83BA8A15F60}" sibTransId="{127839CB-417F-4CA2-9EE3-D677C1C1BED8}"/>
    <dgm:cxn modelId="{C3977159-E2A0-4A8C-B406-E7E053C673E9}" type="presOf" srcId="{4933D8A0-C4D5-464C-A967-495E85F6C6F0}" destId="{DFB7B3A9-5246-4B0E-A820-3DB695FD3C31}" srcOrd="0" destOrd="0" presId="urn:microsoft.com/office/officeart/2005/8/layout/hierarchy2"/>
    <dgm:cxn modelId="{DFD1C259-80A8-487D-8AB8-0F070BA8E8F9}" type="presOf" srcId="{4600CEBD-371B-41A1-95C8-A951B66AD888}" destId="{073B4636-A0B3-4074-B50C-E8B8DCE1A7AB}" srcOrd="0" destOrd="0" presId="urn:microsoft.com/office/officeart/2005/8/layout/hierarchy2"/>
    <dgm:cxn modelId="{27295184-69E0-4639-87E2-73154E9635DB}" srcId="{8259BA5A-05E9-4D96-B970-3BFF6BB12A9C}" destId="{DC6E3060-D538-48DB-A5FC-14902F0C93AA}" srcOrd="0" destOrd="0" parTransId="{9237B668-686B-4239-BB53-B00E59AA90C3}" sibTransId="{2ABB6410-DACF-4FC2-83E4-C913C4885ED1}"/>
    <dgm:cxn modelId="{49C2BF86-FAF5-496A-8F5D-00FDF69B2CA3}" type="presOf" srcId="{4D4E2555-778B-4C45-B2A5-BFF29F7C62E7}" destId="{9D6B252E-7054-44AF-9252-0F779F21E87A}" srcOrd="0" destOrd="0" presId="urn:microsoft.com/office/officeart/2005/8/layout/hierarchy2"/>
    <dgm:cxn modelId="{E4E86A8F-5035-4A28-9BE6-2210E912A953}" type="presOf" srcId="{240FD265-B656-42DC-98AE-B76A186D80E3}" destId="{76E8C44D-5483-484B-8616-BADC9DEA8C5F}" srcOrd="0" destOrd="0" presId="urn:microsoft.com/office/officeart/2005/8/layout/hierarchy2"/>
    <dgm:cxn modelId="{88E82A9B-C820-4C0D-AE82-8F6379F77921}" type="presOf" srcId="{92DC716D-7A57-4913-BD15-5CF1B0C168AF}" destId="{6A73314B-4F56-4464-B3B8-22F0E3E70C60}" srcOrd="0" destOrd="0" presId="urn:microsoft.com/office/officeart/2005/8/layout/hierarchy2"/>
    <dgm:cxn modelId="{BAC2759B-0DD2-459B-A7CB-848272E40346}" type="presOf" srcId="{277CBD29-DE2B-49CF-BA7B-E108EEEDF870}" destId="{E6F39DC7-076A-43F3-91B6-C88D9CB2CFFC}" srcOrd="0" destOrd="0" presId="urn:microsoft.com/office/officeart/2005/8/layout/hierarchy2"/>
    <dgm:cxn modelId="{0A26E8B2-8E51-41BB-810B-02D5F76BCDDF}" srcId="{1621F6AC-D686-4C70-8B74-2FA94913CE30}" destId="{F0773A60-1FB3-48A7-9AB2-0AFF72C32F36}" srcOrd="0" destOrd="0" parTransId="{84AC7C28-AF46-4F35-AA61-8F532CE9DC32}" sibTransId="{E9CD14E1-A495-4C22-9654-3C3E5B261519}"/>
    <dgm:cxn modelId="{25BDB7BD-8CBA-4B06-B5FE-93E94C573579}" type="presOf" srcId="{01F4CC9A-560D-4390-A4C6-55C39D85E552}" destId="{BF173308-F7ED-4FEC-915A-15FA3202AF41}" srcOrd="1" destOrd="0" presId="urn:microsoft.com/office/officeart/2005/8/layout/hierarchy2"/>
    <dgm:cxn modelId="{36836FC3-CFDF-4091-AEE7-915C10755391}" type="presOf" srcId="{349DF88B-F52D-43F5-B675-24D65A18D3A1}" destId="{C8C4FEFD-8EE1-4DCF-8D5F-3EAD203BF047}" srcOrd="0" destOrd="0" presId="urn:microsoft.com/office/officeart/2005/8/layout/hierarchy2"/>
    <dgm:cxn modelId="{0E06B5C6-9C54-4EEE-AAB4-F5A925557DB8}" type="presOf" srcId="{F0773A60-1FB3-48A7-9AB2-0AFF72C32F36}" destId="{649BA9ED-30C8-4C91-900F-E8EB7093AD59}" srcOrd="0" destOrd="0" presId="urn:microsoft.com/office/officeart/2005/8/layout/hierarchy2"/>
    <dgm:cxn modelId="{01D7E1C7-7C82-41A2-99F1-E3258EE6BFE5}" type="presOf" srcId="{1621F6AC-D686-4C70-8B74-2FA94913CE30}" destId="{725F111F-43B8-418F-8644-E41EFB8994C3}" srcOrd="0" destOrd="0" presId="urn:microsoft.com/office/officeart/2005/8/layout/hierarchy2"/>
    <dgm:cxn modelId="{715119D4-4B10-4869-BEB1-5F2D157976E9}" srcId="{4933D8A0-C4D5-464C-A967-495E85F6C6F0}" destId="{B87A1E38-FC3A-4E27-AAEC-81F3E0D69020}" srcOrd="0" destOrd="0" parTransId="{C82DD482-411F-408C-A7A3-E1BD58951F75}" sibTransId="{296B2FCC-A84F-4635-8FAB-73E3C1FE656C}"/>
    <dgm:cxn modelId="{9A2AA9D5-7C30-446D-B29C-4F7F7170E815}" type="presOf" srcId="{914E861E-ADF3-4004-8788-C83BA8A15F60}" destId="{CFD8C533-9CB0-4B5B-8B64-889B0DD5E812}" srcOrd="1" destOrd="0" presId="urn:microsoft.com/office/officeart/2005/8/layout/hierarchy2"/>
    <dgm:cxn modelId="{B13235D6-4213-4A71-93EC-2803CA2F9C0B}" type="presOf" srcId="{1827A8DC-3CE0-4A37-9CE8-1A692095EB2A}" destId="{451552A6-664B-4E9C-B128-D12629D0675D}" srcOrd="0" destOrd="0" presId="urn:microsoft.com/office/officeart/2005/8/layout/hierarchy2"/>
    <dgm:cxn modelId="{87C11ADD-5DAE-481A-BA2B-9F2826FD7116}" srcId="{BF3EF4FA-0570-43D6-B5D7-D184B5E0AEEF}" destId="{4933D8A0-C4D5-464C-A967-495E85F6C6F0}" srcOrd="0" destOrd="0" parTransId="{56C7B6EA-32AD-43EA-A4E2-7DF8B59E1659}" sibTransId="{947B6C42-1497-414D-AB69-730FA0BBF48A}"/>
    <dgm:cxn modelId="{495B8EE1-3252-4454-BA43-139ED0C76315}" srcId="{B87A1E38-FC3A-4E27-AAEC-81F3E0D69020}" destId="{349DF88B-F52D-43F5-B675-24D65A18D3A1}" srcOrd="0" destOrd="0" parTransId="{4600CEBD-371B-41A1-95C8-A951B66AD888}" sibTransId="{B3509CCF-7B61-4ECD-87FB-03C8AFAA5458}"/>
    <dgm:cxn modelId="{801135E3-7F1A-4090-9593-00ACB096A239}" type="presOf" srcId="{28ACE3D8-E0FE-4CF2-87C6-3EFC86EE65EA}" destId="{569BB6E9-4DC7-4E9C-8862-BB54C464322A}" srcOrd="0" destOrd="0" presId="urn:microsoft.com/office/officeart/2005/8/layout/hierarchy2"/>
    <dgm:cxn modelId="{4ABBF7EA-4AD7-4E85-A26B-58865E94F600}" type="presOf" srcId="{C82DD482-411F-408C-A7A3-E1BD58951F75}" destId="{9457F93D-4C26-46C6-B68D-FDB8F7C49D88}" srcOrd="0" destOrd="0" presId="urn:microsoft.com/office/officeart/2005/8/layout/hierarchy2"/>
    <dgm:cxn modelId="{67F459EC-1DD5-40E0-B5BA-68B82ECD4A22}" srcId="{DC6E3060-D538-48DB-A5FC-14902F0C93AA}" destId="{92DC716D-7A57-4913-BD15-5CF1B0C168AF}" srcOrd="0" destOrd="0" parTransId="{EF659D04-B8AC-4DB2-8065-6CB0FA87BA91}" sibTransId="{22E988FB-2D51-4EB9-BBE0-194EE64AEBE4}"/>
    <dgm:cxn modelId="{3B499EED-9966-4C32-B3D3-AF4949E93A07}" type="presOf" srcId="{240FD265-B656-42DC-98AE-B76A186D80E3}" destId="{4FAD7480-9BC9-46FA-A3A0-C93D8C845BBB}" srcOrd="1" destOrd="0" presId="urn:microsoft.com/office/officeart/2005/8/layout/hierarchy2"/>
    <dgm:cxn modelId="{30CE03F1-5506-41BD-8814-67EDF7876A9A}" srcId="{792D00F6-770E-4E46-AC0E-0D04122851EA}" destId="{D88DFD2F-4E0D-48E5-ADF0-8D96B9668B21}" srcOrd="0" destOrd="0" parTransId="{1D6BD546-0D1D-4876-9DCE-AFFD5E8B1EA7}" sibTransId="{B6099199-39D5-42A2-B1B9-45725F9BFB1C}"/>
    <dgm:cxn modelId="{AC8161F1-B657-4525-8293-539C4067012C}" type="presOf" srcId="{9237B668-686B-4239-BB53-B00E59AA90C3}" destId="{8256403B-57FC-4F87-A989-2257D204C64D}" srcOrd="0" destOrd="0" presId="urn:microsoft.com/office/officeart/2005/8/layout/hierarchy2"/>
    <dgm:cxn modelId="{AC24A2F1-0905-4D29-8A8F-734FC3DA15B1}" srcId="{92DC716D-7A57-4913-BD15-5CF1B0C168AF}" destId="{792D00F6-770E-4E46-AC0E-0D04122851EA}" srcOrd="0" destOrd="0" parTransId="{C3907810-8C93-4214-96D8-1B4D3D2D9442}" sibTransId="{AC8105AB-E35B-49CB-BB9F-B09BCE42E629}"/>
    <dgm:cxn modelId="{B842FDF2-8C08-4115-8CF7-17418587BAD5}" type="presOf" srcId="{8259BA5A-05E9-4D96-B970-3BFF6BB12A9C}" destId="{F06E8572-136F-430B-B7DB-F300206F9D61}" srcOrd="0" destOrd="0" presId="urn:microsoft.com/office/officeart/2005/8/layout/hierarchy2"/>
    <dgm:cxn modelId="{FE2879F3-8A3B-4547-9566-7E0AFF00F6AE}" srcId="{4933D8A0-C4D5-464C-A967-495E85F6C6F0}" destId="{8259BA5A-05E9-4D96-B970-3BFF6BB12A9C}" srcOrd="1" destOrd="0" parTransId="{889563C5-9C7F-488D-AF52-826E1AA34153}" sibTransId="{E47AFE49-39DE-4A01-AAF2-89B6F13C2D99}"/>
    <dgm:cxn modelId="{417C47F4-7360-4FEF-9A16-C37FCE38E06E}" srcId="{4D4E2555-778B-4C45-B2A5-BFF29F7C62E7}" destId="{28ACE3D8-E0FE-4CF2-87C6-3EFC86EE65EA}" srcOrd="0" destOrd="0" parTransId="{240FD265-B656-42DC-98AE-B76A186D80E3}" sibTransId="{88083585-A1CB-4D4A-AEB2-C13B43C9D428}"/>
    <dgm:cxn modelId="{8475C6F5-F3C8-4533-834A-60C88C110081}" type="presOf" srcId="{84AC7C28-AF46-4F35-AA61-8F532CE9DC32}" destId="{1330D027-6B46-469C-8545-00CEC48E0A78}" srcOrd="0" destOrd="0" presId="urn:microsoft.com/office/officeart/2005/8/layout/hierarchy2"/>
    <dgm:cxn modelId="{9739DEF5-A372-49A4-962F-8AE85E3C7E00}" type="presOf" srcId="{84461487-AE18-4B53-8DB2-5719A60D88F6}" destId="{E01D05CC-608E-4B09-8E55-D5390B837A16}" srcOrd="1" destOrd="0" presId="urn:microsoft.com/office/officeart/2005/8/layout/hierarchy2"/>
    <dgm:cxn modelId="{584F0CF6-E1FF-40C2-8EA5-835E4B6E72EE}" type="presOf" srcId="{EF659D04-B8AC-4DB2-8065-6CB0FA87BA91}" destId="{78AA7A7E-7B6B-4818-8414-0153FD924F3B}" srcOrd="1" destOrd="0" presId="urn:microsoft.com/office/officeart/2005/8/layout/hierarchy2"/>
    <dgm:cxn modelId="{799A16F7-87AA-40FF-969C-E8328D79BAC2}" type="presOf" srcId="{84461487-AE18-4B53-8DB2-5719A60D88F6}" destId="{59443D2C-7CB8-4F1F-96D8-771F4E1792DC}" srcOrd="0" destOrd="0" presId="urn:microsoft.com/office/officeart/2005/8/layout/hierarchy2"/>
    <dgm:cxn modelId="{05B4FFFB-E84F-4724-92A3-004F0C501477}" type="presOf" srcId="{1D6BD546-0D1D-4876-9DCE-AFFD5E8B1EA7}" destId="{8C1D2525-C561-453F-8283-EA7D7241701E}" srcOrd="0" destOrd="0" presId="urn:microsoft.com/office/officeart/2005/8/layout/hierarchy2"/>
    <dgm:cxn modelId="{689347FC-A60A-48A9-876A-9565B978548C}" srcId="{277CBD29-DE2B-49CF-BA7B-E108EEEDF870}" destId="{1621F6AC-D686-4C70-8B74-2FA94913CE30}" srcOrd="1" destOrd="0" parTransId="{1827A8DC-3CE0-4A37-9CE8-1A692095EB2A}" sibTransId="{B4D368BA-5D8A-40A7-B2A5-5E0B6528A920}"/>
    <dgm:cxn modelId="{64B029FE-BF50-4583-98A2-F88BDD6561AA}" type="presOf" srcId="{DC815805-BF2C-4E10-89A0-2A7744E7F0E5}" destId="{99640A0C-6348-4F81-A7E5-2C5E453B363D}" srcOrd="0" destOrd="0" presId="urn:microsoft.com/office/officeart/2005/8/layout/hierarchy2"/>
    <dgm:cxn modelId="{6E5D9E1E-F8FF-41A3-89B0-5815F90FC200}" type="presParOf" srcId="{B1D61A9C-1C64-40C1-A510-0C6A8515B8E7}" destId="{582545D7-5A7D-4864-87E5-99451AF91FAC}" srcOrd="0" destOrd="0" presId="urn:microsoft.com/office/officeart/2005/8/layout/hierarchy2"/>
    <dgm:cxn modelId="{A7B3353F-A066-4663-956C-94AE97A15A41}" type="presParOf" srcId="{582545D7-5A7D-4864-87E5-99451AF91FAC}" destId="{DFB7B3A9-5246-4B0E-A820-3DB695FD3C31}" srcOrd="0" destOrd="0" presId="urn:microsoft.com/office/officeart/2005/8/layout/hierarchy2"/>
    <dgm:cxn modelId="{5882C3AC-2017-4432-8330-AEABFE232D82}" type="presParOf" srcId="{582545D7-5A7D-4864-87E5-99451AF91FAC}" destId="{C9089E85-7C51-4341-B3C7-D45F9CC7761B}" srcOrd="1" destOrd="0" presId="urn:microsoft.com/office/officeart/2005/8/layout/hierarchy2"/>
    <dgm:cxn modelId="{A09DC674-240A-4D5C-8EEB-12BA92587D01}" type="presParOf" srcId="{C9089E85-7C51-4341-B3C7-D45F9CC7761B}" destId="{9457F93D-4C26-46C6-B68D-FDB8F7C49D88}" srcOrd="0" destOrd="0" presId="urn:microsoft.com/office/officeart/2005/8/layout/hierarchy2"/>
    <dgm:cxn modelId="{69ACA751-3860-4EB9-8162-72569C5FA5F1}" type="presParOf" srcId="{9457F93D-4C26-46C6-B68D-FDB8F7C49D88}" destId="{8825E3A5-9CA2-4265-A1EA-76481C8F4783}" srcOrd="0" destOrd="0" presId="urn:microsoft.com/office/officeart/2005/8/layout/hierarchy2"/>
    <dgm:cxn modelId="{93DBE0BB-1213-4BCC-B341-8CBC07B4D50B}" type="presParOf" srcId="{C9089E85-7C51-4341-B3C7-D45F9CC7761B}" destId="{4E1C885A-4725-4604-B806-EEBECD9CB2A9}" srcOrd="1" destOrd="0" presId="urn:microsoft.com/office/officeart/2005/8/layout/hierarchy2"/>
    <dgm:cxn modelId="{BD1F6511-ED45-434E-BB4B-FB8316250632}" type="presParOf" srcId="{4E1C885A-4725-4604-B806-EEBECD9CB2A9}" destId="{A207238F-6A11-4838-8B03-2833087F197C}" srcOrd="0" destOrd="0" presId="urn:microsoft.com/office/officeart/2005/8/layout/hierarchy2"/>
    <dgm:cxn modelId="{E52155B6-B652-4202-BAD7-B3B7C88C3D1E}" type="presParOf" srcId="{4E1C885A-4725-4604-B806-EEBECD9CB2A9}" destId="{BDC8FDDC-D74C-40C1-9985-017235233FC8}" srcOrd="1" destOrd="0" presId="urn:microsoft.com/office/officeart/2005/8/layout/hierarchy2"/>
    <dgm:cxn modelId="{705E80B2-E78B-4555-B10C-9288CD64E721}" type="presParOf" srcId="{BDC8FDDC-D74C-40C1-9985-017235233FC8}" destId="{073B4636-A0B3-4074-B50C-E8B8DCE1A7AB}" srcOrd="0" destOrd="0" presId="urn:microsoft.com/office/officeart/2005/8/layout/hierarchy2"/>
    <dgm:cxn modelId="{B6A3EDEA-314A-4B2F-A854-44F4C9C093A0}" type="presParOf" srcId="{073B4636-A0B3-4074-B50C-E8B8DCE1A7AB}" destId="{4707AB70-C290-4577-B511-1E9B0AAE80D2}" srcOrd="0" destOrd="0" presId="urn:microsoft.com/office/officeart/2005/8/layout/hierarchy2"/>
    <dgm:cxn modelId="{5D0A413F-9807-4E8F-9975-E34D36D6832F}" type="presParOf" srcId="{BDC8FDDC-D74C-40C1-9985-017235233FC8}" destId="{C8993902-8632-4AF4-9D80-EB126D6AEA3A}" srcOrd="1" destOrd="0" presId="urn:microsoft.com/office/officeart/2005/8/layout/hierarchy2"/>
    <dgm:cxn modelId="{9EA3385D-ED2C-4DEA-95E2-1A62D2326639}" type="presParOf" srcId="{C8993902-8632-4AF4-9D80-EB126D6AEA3A}" destId="{C8C4FEFD-8EE1-4DCF-8D5F-3EAD203BF047}" srcOrd="0" destOrd="0" presId="urn:microsoft.com/office/officeart/2005/8/layout/hierarchy2"/>
    <dgm:cxn modelId="{058F31BB-594F-4A7C-8A93-995927F3F48C}" type="presParOf" srcId="{C8993902-8632-4AF4-9D80-EB126D6AEA3A}" destId="{463D57F2-D0C7-4483-98D6-4348A2322513}" srcOrd="1" destOrd="0" presId="urn:microsoft.com/office/officeart/2005/8/layout/hierarchy2"/>
    <dgm:cxn modelId="{182DA7DD-34D4-400B-BB08-96AB82067C97}" type="presParOf" srcId="{C9089E85-7C51-4341-B3C7-D45F9CC7761B}" destId="{26C18454-F144-49E0-A9F2-C875959C947D}" srcOrd="2" destOrd="0" presId="urn:microsoft.com/office/officeart/2005/8/layout/hierarchy2"/>
    <dgm:cxn modelId="{6D5D17C5-05DE-4A5B-9425-85A05797C157}" type="presParOf" srcId="{26C18454-F144-49E0-A9F2-C875959C947D}" destId="{B199F254-3543-42BB-B45D-8A035A187408}" srcOrd="0" destOrd="0" presId="urn:microsoft.com/office/officeart/2005/8/layout/hierarchy2"/>
    <dgm:cxn modelId="{23F4DCAB-C8CF-4FEA-BCFF-068450030531}" type="presParOf" srcId="{C9089E85-7C51-4341-B3C7-D45F9CC7761B}" destId="{31118358-7A44-40D2-A9FF-BB05EB243E5D}" srcOrd="3" destOrd="0" presId="urn:microsoft.com/office/officeart/2005/8/layout/hierarchy2"/>
    <dgm:cxn modelId="{67B43A3F-6609-400B-99AD-CC5086BC95FC}" type="presParOf" srcId="{31118358-7A44-40D2-A9FF-BB05EB243E5D}" destId="{F06E8572-136F-430B-B7DB-F300206F9D61}" srcOrd="0" destOrd="0" presId="urn:microsoft.com/office/officeart/2005/8/layout/hierarchy2"/>
    <dgm:cxn modelId="{76484F8A-6649-4EA3-9F6D-27DFC9AEA37B}" type="presParOf" srcId="{31118358-7A44-40D2-A9FF-BB05EB243E5D}" destId="{68C69233-2730-433C-8B90-AC0E1212C139}" srcOrd="1" destOrd="0" presId="urn:microsoft.com/office/officeart/2005/8/layout/hierarchy2"/>
    <dgm:cxn modelId="{B5EE5FFB-538C-4E35-B464-8CE118B07201}" type="presParOf" srcId="{68C69233-2730-433C-8B90-AC0E1212C139}" destId="{8256403B-57FC-4F87-A989-2257D204C64D}" srcOrd="0" destOrd="0" presId="urn:microsoft.com/office/officeart/2005/8/layout/hierarchy2"/>
    <dgm:cxn modelId="{B6FCF2C4-4846-42B2-8EF3-DA1A4755B326}" type="presParOf" srcId="{8256403B-57FC-4F87-A989-2257D204C64D}" destId="{9AAC63E9-F796-433E-845A-153429C63A2C}" srcOrd="0" destOrd="0" presId="urn:microsoft.com/office/officeart/2005/8/layout/hierarchy2"/>
    <dgm:cxn modelId="{5AE43B0F-2C74-440B-B4F0-635302AC2499}" type="presParOf" srcId="{68C69233-2730-433C-8B90-AC0E1212C139}" destId="{E510C075-B172-4FF0-9AF2-CA08FFFDCF0D}" srcOrd="1" destOrd="0" presId="urn:microsoft.com/office/officeart/2005/8/layout/hierarchy2"/>
    <dgm:cxn modelId="{1C29B27A-C741-48A4-9D5B-60AAF2EA8994}" type="presParOf" srcId="{E510C075-B172-4FF0-9AF2-CA08FFFDCF0D}" destId="{BBA47CEC-085A-4431-8B3A-07A4F454EAC3}" srcOrd="0" destOrd="0" presId="urn:microsoft.com/office/officeart/2005/8/layout/hierarchy2"/>
    <dgm:cxn modelId="{213C9BBD-4C4B-4DA3-8508-D1395C028A80}" type="presParOf" srcId="{E510C075-B172-4FF0-9AF2-CA08FFFDCF0D}" destId="{CAF36513-C852-4E5C-BB1B-6E0662B6D272}" srcOrd="1" destOrd="0" presId="urn:microsoft.com/office/officeart/2005/8/layout/hierarchy2"/>
    <dgm:cxn modelId="{0598F178-F85D-474C-9415-A14F503BCE6B}" type="presParOf" srcId="{CAF36513-C852-4E5C-BB1B-6E0662B6D272}" destId="{CF810B0B-C421-4525-94FE-17752EAFA203}" srcOrd="0" destOrd="0" presId="urn:microsoft.com/office/officeart/2005/8/layout/hierarchy2"/>
    <dgm:cxn modelId="{01526934-071B-4313-803F-4EE77046CFFB}" type="presParOf" srcId="{CF810B0B-C421-4525-94FE-17752EAFA203}" destId="{78AA7A7E-7B6B-4818-8414-0153FD924F3B}" srcOrd="0" destOrd="0" presId="urn:microsoft.com/office/officeart/2005/8/layout/hierarchy2"/>
    <dgm:cxn modelId="{65A8C2D1-1FA9-4041-B5EA-8BF77A0F4E82}" type="presParOf" srcId="{CAF36513-C852-4E5C-BB1B-6E0662B6D272}" destId="{673BBD5B-A810-494D-9CF7-B15C1DD7D432}" srcOrd="1" destOrd="0" presId="urn:microsoft.com/office/officeart/2005/8/layout/hierarchy2"/>
    <dgm:cxn modelId="{2258D814-276B-4D06-B7CC-6B9593AB7FD3}" type="presParOf" srcId="{673BBD5B-A810-494D-9CF7-B15C1DD7D432}" destId="{6A73314B-4F56-4464-B3B8-22F0E3E70C60}" srcOrd="0" destOrd="0" presId="urn:microsoft.com/office/officeart/2005/8/layout/hierarchy2"/>
    <dgm:cxn modelId="{0CDE43B5-521D-41D1-AA40-27EFC8A2394D}" type="presParOf" srcId="{673BBD5B-A810-494D-9CF7-B15C1DD7D432}" destId="{D76005E8-7B72-43B7-A6D9-6633D6B4D4B6}" srcOrd="1" destOrd="0" presId="urn:microsoft.com/office/officeart/2005/8/layout/hierarchy2"/>
    <dgm:cxn modelId="{6F275C9E-FC54-4FD3-A53C-20DCC31030BF}" type="presParOf" srcId="{D76005E8-7B72-43B7-A6D9-6633D6B4D4B6}" destId="{55D45B7E-A2A0-4421-944A-30BB0333CD26}" srcOrd="0" destOrd="0" presId="urn:microsoft.com/office/officeart/2005/8/layout/hierarchy2"/>
    <dgm:cxn modelId="{1F3E4AA8-E68D-4BBA-AB3B-9C8A384EAF3A}" type="presParOf" srcId="{55D45B7E-A2A0-4421-944A-30BB0333CD26}" destId="{2A444493-5022-479D-A39D-1B0E5A5388C7}" srcOrd="0" destOrd="0" presId="urn:microsoft.com/office/officeart/2005/8/layout/hierarchy2"/>
    <dgm:cxn modelId="{4A7EE0CD-7F61-456B-9FE6-2BB765AEAFD3}" type="presParOf" srcId="{D76005E8-7B72-43B7-A6D9-6633D6B4D4B6}" destId="{C4CE81FB-E9A7-4E11-AEFD-15EBF2575723}" srcOrd="1" destOrd="0" presId="urn:microsoft.com/office/officeart/2005/8/layout/hierarchy2"/>
    <dgm:cxn modelId="{6497304D-2043-41B9-A6F9-FA8E17696D12}" type="presParOf" srcId="{C4CE81FB-E9A7-4E11-AEFD-15EBF2575723}" destId="{129C3E22-1F75-480E-A8F9-2FD63B757715}" srcOrd="0" destOrd="0" presId="urn:microsoft.com/office/officeart/2005/8/layout/hierarchy2"/>
    <dgm:cxn modelId="{2FE9BEDB-F3F7-49B9-BDE6-099141CDA664}" type="presParOf" srcId="{C4CE81FB-E9A7-4E11-AEFD-15EBF2575723}" destId="{E85E4FCA-A092-400F-9409-A98841CAF3D6}" srcOrd="1" destOrd="0" presId="urn:microsoft.com/office/officeart/2005/8/layout/hierarchy2"/>
    <dgm:cxn modelId="{64D2C0E8-91CB-4A40-A6AC-457837E89410}" type="presParOf" srcId="{E85E4FCA-A092-400F-9409-A98841CAF3D6}" destId="{8C1D2525-C561-453F-8283-EA7D7241701E}" srcOrd="0" destOrd="0" presId="urn:microsoft.com/office/officeart/2005/8/layout/hierarchy2"/>
    <dgm:cxn modelId="{D1402612-6768-4445-A283-37149688472A}" type="presParOf" srcId="{8C1D2525-C561-453F-8283-EA7D7241701E}" destId="{9FADE6F5-75DD-4456-8FB1-95DA366EBD38}" srcOrd="0" destOrd="0" presId="urn:microsoft.com/office/officeart/2005/8/layout/hierarchy2"/>
    <dgm:cxn modelId="{4676DDCB-5DE5-482F-983D-A1FD7EDF7D41}" type="presParOf" srcId="{E85E4FCA-A092-400F-9409-A98841CAF3D6}" destId="{0E87CBE8-D4C7-44BC-B047-9D1136D24B3A}" srcOrd="1" destOrd="0" presId="urn:microsoft.com/office/officeart/2005/8/layout/hierarchy2"/>
    <dgm:cxn modelId="{8AC43675-A63D-40BB-92BE-FB442D1D4F28}" type="presParOf" srcId="{0E87CBE8-D4C7-44BC-B047-9D1136D24B3A}" destId="{55C1D49F-DABC-4840-ABFD-6AC4878245D3}" srcOrd="0" destOrd="0" presId="urn:microsoft.com/office/officeart/2005/8/layout/hierarchy2"/>
    <dgm:cxn modelId="{7A218F3B-2D4A-4C75-AF72-C0781D91003B}" type="presParOf" srcId="{0E87CBE8-D4C7-44BC-B047-9D1136D24B3A}" destId="{9963D7A3-719E-4BDE-8279-890DBF4A5DCF}" srcOrd="1" destOrd="0" presId="urn:microsoft.com/office/officeart/2005/8/layout/hierarchy2"/>
    <dgm:cxn modelId="{3A17153E-462F-4F07-B2FD-A7B1CA567D30}" type="presParOf" srcId="{D76005E8-7B72-43B7-A6D9-6633D6B4D4B6}" destId="{9DB10A86-67A3-4D3A-94A6-1C53CDA4B080}" srcOrd="2" destOrd="0" presId="urn:microsoft.com/office/officeart/2005/8/layout/hierarchy2"/>
    <dgm:cxn modelId="{5254EA68-D64D-4AC5-B0F1-92387136B9DC}" type="presParOf" srcId="{9DB10A86-67A3-4D3A-94A6-1C53CDA4B080}" destId="{45242E79-6261-47A8-9F8C-9EA1388C2201}" srcOrd="0" destOrd="0" presId="urn:microsoft.com/office/officeart/2005/8/layout/hierarchy2"/>
    <dgm:cxn modelId="{7DA6E30B-2EDE-41AB-B9C7-6359EC32FD53}" type="presParOf" srcId="{D76005E8-7B72-43B7-A6D9-6633D6B4D4B6}" destId="{74A0903F-7CA6-446D-B972-D0405427FFDF}" srcOrd="3" destOrd="0" presId="urn:microsoft.com/office/officeart/2005/8/layout/hierarchy2"/>
    <dgm:cxn modelId="{864BEB35-E616-485D-B2FE-AE5B9471B1A4}" type="presParOf" srcId="{74A0903F-7CA6-446D-B972-D0405427FFDF}" destId="{99640A0C-6348-4F81-A7E5-2C5E453B363D}" srcOrd="0" destOrd="0" presId="urn:microsoft.com/office/officeart/2005/8/layout/hierarchy2"/>
    <dgm:cxn modelId="{ED5D3EB0-90FE-4603-B8E7-7D97F93F5331}" type="presParOf" srcId="{74A0903F-7CA6-446D-B972-D0405427FFDF}" destId="{082E13EB-D343-47D9-83CF-A705C38237D6}" srcOrd="1" destOrd="0" presId="urn:microsoft.com/office/officeart/2005/8/layout/hierarchy2"/>
    <dgm:cxn modelId="{A4D69920-B7D1-466D-9D4B-98C8288E4C42}" type="presParOf" srcId="{082E13EB-D343-47D9-83CF-A705C38237D6}" destId="{8F3F9015-D460-422F-B13B-FE4FD6AD3E6A}" srcOrd="0" destOrd="0" presId="urn:microsoft.com/office/officeart/2005/8/layout/hierarchy2"/>
    <dgm:cxn modelId="{34B969B5-16F7-4A09-BB7D-655709503FAC}" type="presParOf" srcId="{8F3F9015-D460-422F-B13B-FE4FD6AD3E6A}" destId="{CFD8C533-9CB0-4B5B-8B64-889B0DD5E812}" srcOrd="0" destOrd="0" presId="urn:microsoft.com/office/officeart/2005/8/layout/hierarchy2"/>
    <dgm:cxn modelId="{27F0F3EE-787C-417E-92F7-7CF0E043A3B9}" type="presParOf" srcId="{082E13EB-D343-47D9-83CF-A705C38237D6}" destId="{4612AF22-F951-4C2D-BC36-73FFA6012B7E}" srcOrd="1" destOrd="0" presId="urn:microsoft.com/office/officeart/2005/8/layout/hierarchy2"/>
    <dgm:cxn modelId="{7B83C224-04F5-4270-8DD9-BFED0BCEAC4A}" type="presParOf" srcId="{4612AF22-F951-4C2D-BC36-73FFA6012B7E}" destId="{1DEF1932-1D6C-4A07-9DDD-469DE4B2733E}" srcOrd="0" destOrd="0" presId="urn:microsoft.com/office/officeart/2005/8/layout/hierarchy2"/>
    <dgm:cxn modelId="{5E522C8A-53C2-43C3-AE92-836131DA0CFB}" type="presParOf" srcId="{4612AF22-F951-4C2D-BC36-73FFA6012B7E}" destId="{DA326B17-F3E0-46CB-8AB3-31B580280121}" srcOrd="1" destOrd="0" presId="urn:microsoft.com/office/officeart/2005/8/layout/hierarchy2"/>
    <dgm:cxn modelId="{F3F64578-70B5-41EB-ACB2-C0CFAA4B9D00}" type="presParOf" srcId="{68C69233-2730-433C-8B90-AC0E1212C139}" destId="{BDF40A5F-2538-4B9A-A53C-6B9BCF7EA2A5}" srcOrd="2" destOrd="0" presId="urn:microsoft.com/office/officeart/2005/8/layout/hierarchy2"/>
    <dgm:cxn modelId="{ACF24568-0B85-43B0-B2BC-4CD38C765598}" type="presParOf" srcId="{BDF40A5F-2538-4B9A-A53C-6B9BCF7EA2A5}" destId="{BF173308-F7ED-4FEC-915A-15FA3202AF41}" srcOrd="0" destOrd="0" presId="urn:microsoft.com/office/officeart/2005/8/layout/hierarchy2"/>
    <dgm:cxn modelId="{1E0426A8-4B36-442D-9231-A77E6A3C8879}" type="presParOf" srcId="{68C69233-2730-433C-8B90-AC0E1212C139}" destId="{797DBC95-A1E6-4D03-A477-D4B5CF122F5D}" srcOrd="3" destOrd="0" presId="urn:microsoft.com/office/officeart/2005/8/layout/hierarchy2"/>
    <dgm:cxn modelId="{0F7F51DB-F97C-49D2-8D05-17880B0C1AAD}" type="presParOf" srcId="{797DBC95-A1E6-4D03-A477-D4B5CF122F5D}" destId="{E6F39DC7-076A-43F3-91B6-C88D9CB2CFFC}" srcOrd="0" destOrd="0" presId="urn:microsoft.com/office/officeart/2005/8/layout/hierarchy2"/>
    <dgm:cxn modelId="{75BA280E-65A8-4DD5-BCC8-5E77286D319F}" type="presParOf" srcId="{797DBC95-A1E6-4D03-A477-D4B5CF122F5D}" destId="{51A70A71-3E36-4AF9-8077-38074A25CC96}" srcOrd="1" destOrd="0" presId="urn:microsoft.com/office/officeart/2005/8/layout/hierarchy2"/>
    <dgm:cxn modelId="{B8647B61-991E-4755-90F9-D56DC3960BF9}" type="presParOf" srcId="{51A70A71-3E36-4AF9-8077-38074A25CC96}" destId="{59443D2C-7CB8-4F1F-96D8-771F4E1792DC}" srcOrd="0" destOrd="0" presId="urn:microsoft.com/office/officeart/2005/8/layout/hierarchy2"/>
    <dgm:cxn modelId="{C350D5EF-60F2-4F8E-B207-9C572B8E61E5}" type="presParOf" srcId="{59443D2C-7CB8-4F1F-96D8-771F4E1792DC}" destId="{E01D05CC-608E-4B09-8E55-D5390B837A16}" srcOrd="0" destOrd="0" presId="urn:microsoft.com/office/officeart/2005/8/layout/hierarchy2"/>
    <dgm:cxn modelId="{88F2F48F-F174-4C23-A6CD-7CCFC5CAD429}" type="presParOf" srcId="{51A70A71-3E36-4AF9-8077-38074A25CC96}" destId="{546A03BD-AA3F-4583-83A4-82BD88CE8F87}" srcOrd="1" destOrd="0" presId="urn:microsoft.com/office/officeart/2005/8/layout/hierarchy2"/>
    <dgm:cxn modelId="{80DCC8C3-452D-46DB-AA80-4F588068FA22}" type="presParOf" srcId="{546A03BD-AA3F-4583-83A4-82BD88CE8F87}" destId="{9D6B252E-7054-44AF-9252-0F779F21E87A}" srcOrd="0" destOrd="0" presId="urn:microsoft.com/office/officeart/2005/8/layout/hierarchy2"/>
    <dgm:cxn modelId="{18881844-7E71-4099-8CE1-25228E590824}" type="presParOf" srcId="{546A03BD-AA3F-4583-83A4-82BD88CE8F87}" destId="{E4480713-A98F-4CAB-991F-22365F8AA035}" srcOrd="1" destOrd="0" presId="urn:microsoft.com/office/officeart/2005/8/layout/hierarchy2"/>
    <dgm:cxn modelId="{5CEC0AA8-67B7-41BF-9292-EDCA6765FD4C}" type="presParOf" srcId="{E4480713-A98F-4CAB-991F-22365F8AA035}" destId="{76E8C44D-5483-484B-8616-BADC9DEA8C5F}" srcOrd="0" destOrd="0" presId="urn:microsoft.com/office/officeart/2005/8/layout/hierarchy2"/>
    <dgm:cxn modelId="{5EDEE516-116E-40AB-8C05-40926BF4F662}" type="presParOf" srcId="{76E8C44D-5483-484B-8616-BADC9DEA8C5F}" destId="{4FAD7480-9BC9-46FA-A3A0-C93D8C845BBB}" srcOrd="0" destOrd="0" presId="urn:microsoft.com/office/officeart/2005/8/layout/hierarchy2"/>
    <dgm:cxn modelId="{45219716-2A91-4DAC-8213-03EEB3839AEE}" type="presParOf" srcId="{E4480713-A98F-4CAB-991F-22365F8AA035}" destId="{151CED3D-494A-4DCF-A0C9-7100F1F15302}" srcOrd="1" destOrd="0" presId="urn:microsoft.com/office/officeart/2005/8/layout/hierarchy2"/>
    <dgm:cxn modelId="{B360E734-7B77-4F93-B92E-7C7B3B0EAE47}" type="presParOf" srcId="{151CED3D-494A-4DCF-A0C9-7100F1F15302}" destId="{569BB6E9-4DC7-4E9C-8862-BB54C464322A}" srcOrd="0" destOrd="0" presId="urn:microsoft.com/office/officeart/2005/8/layout/hierarchy2"/>
    <dgm:cxn modelId="{E961D2C9-EA58-497D-A1F2-F97F1482E9CE}" type="presParOf" srcId="{151CED3D-494A-4DCF-A0C9-7100F1F15302}" destId="{17735494-6780-41D6-A1AA-18A8AD95B6FB}" srcOrd="1" destOrd="0" presId="urn:microsoft.com/office/officeart/2005/8/layout/hierarchy2"/>
    <dgm:cxn modelId="{9E1B25B4-F321-4EAB-8D48-9298FD6DDEC4}" type="presParOf" srcId="{51A70A71-3E36-4AF9-8077-38074A25CC96}" destId="{451552A6-664B-4E9C-B128-D12629D0675D}" srcOrd="2" destOrd="0" presId="urn:microsoft.com/office/officeart/2005/8/layout/hierarchy2"/>
    <dgm:cxn modelId="{59126669-2182-4F1F-B55A-A725CEEE8906}" type="presParOf" srcId="{451552A6-664B-4E9C-B128-D12629D0675D}" destId="{0046340A-515A-4B91-B7DB-E4FF6709C286}" srcOrd="0" destOrd="0" presId="urn:microsoft.com/office/officeart/2005/8/layout/hierarchy2"/>
    <dgm:cxn modelId="{03128A75-0A54-497B-A4D7-8DC409201A5A}" type="presParOf" srcId="{51A70A71-3E36-4AF9-8077-38074A25CC96}" destId="{AAD589FF-E83C-4B07-B4BA-F1C6FC88975B}" srcOrd="3" destOrd="0" presId="urn:microsoft.com/office/officeart/2005/8/layout/hierarchy2"/>
    <dgm:cxn modelId="{CB1C12C1-8C55-4489-BA1F-E71079E5F7E7}" type="presParOf" srcId="{AAD589FF-E83C-4B07-B4BA-F1C6FC88975B}" destId="{725F111F-43B8-418F-8644-E41EFB8994C3}" srcOrd="0" destOrd="0" presId="urn:microsoft.com/office/officeart/2005/8/layout/hierarchy2"/>
    <dgm:cxn modelId="{9A45EE54-F087-4BED-ABA3-9B823AF1FFDB}" type="presParOf" srcId="{AAD589FF-E83C-4B07-B4BA-F1C6FC88975B}" destId="{F6FE0946-A914-46FC-91A6-12655E636CA9}" srcOrd="1" destOrd="0" presId="urn:microsoft.com/office/officeart/2005/8/layout/hierarchy2"/>
    <dgm:cxn modelId="{65A746B7-8FE9-4294-A6AD-E906172DFE8D}" type="presParOf" srcId="{F6FE0946-A914-46FC-91A6-12655E636CA9}" destId="{1330D027-6B46-469C-8545-00CEC48E0A78}" srcOrd="0" destOrd="0" presId="urn:microsoft.com/office/officeart/2005/8/layout/hierarchy2"/>
    <dgm:cxn modelId="{847F537B-E627-4508-AD71-346DEE91F5E5}" type="presParOf" srcId="{1330D027-6B46-469C-8545-00CEC48E0A78}" destId="{6ECA3B4F-1391-4FAF-BF93-3A3291464EBB}" srcOrd="0" destOrd="0" presId="urn:microsoft.com/office/officeart/2005/8/layout/hierarchy2"/>
    <dgm:cxn modelId="{532E6AF3-75E1-4BC2-BC8F-F36DE3082567}" type="presParOf" srcId="{F6FE0946-A914-46FC-91A6-12655E636CA9}" destId="{8EE062CB-FC3D-40D9-8869-E6600929B240}" srcOrd="1" destOrd="0" presId="urn:microsoft.com/office/officeart/2005/8/layout/hierarchy2"/>
    <dgm:cxn modelId="{26565691-ABFD-4C19-8DFD-BB1536B9D3A2}" type="presParOf" srcId="{8EE062CB-FC3D-40D9-8869-E6600929B240}" destId="{649BA9ED-30C8-4C91-900F-E8EB7093AD59}" srcOrd="0" destOrd="0" presId="urn:microsoft.com/office/officeart/2005/8/layout/hierarchy2"/>
    <dgm:cxn modelId="{A7F9DD5F-397C-4DBB-9FC3-2984316B4039}" type="presParOf" srcId="{8EE062CB-FC3D-40D9-8869-E6600929B240}" destId="{CCEF3E55-F8EC-4F5D-BF96-E52432218FC2}"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3EF4FA-0570-43D6-B5D7-D184B5E0AEEF}"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kumimoji="1" lang="ja-JP" altLang="en-US"/>
        </a:p>
      </dgm:t>
    </dgm:pt>
    <dgm:pt modelId="{4933D8A0-C4D5-464C-A967-495E85F6C6F0}">
      <dgm:prSet phldrT="[テキスト]"/>
      <dgm:spPr/>
      <dgm:t>
        <a:bodyPr/>
        <a:lstStyle/>
        <a:p>
          <a:r>
            <a:rPr kumimoji="1" lang="ja-JP" altLang="en-US"/>
            <a:t>オーナー</a:t>
          </a:r>
          <a:r>
            <a:rPr kumimoji="1" lang="en-US" altLang="ja-JP"/>
            <a:t>CS</a:t>
          </a:r>
        </a:p>
      </dgm:t>
    </dgm:pt>
    <dgm:pt modelId="{56C7B6EA-32AD-43EA-A4E2-7DF8B59E1659}" type="parTrans" cxnId="{87C11ADD-5DAE-481A-BA2B-9F2826FD7116}">
      <dgm:prSet/>
      <dgm:spPr/>
      <dgm:t>
        <a:bodyPr/>
        <a:lstStyle/>
        <a:p>
          <a:endParaRPr kumimoji="1" lang="ja-JP" altLang="en-US"/>
        </a:p>
      </dgm:t>
    </dgm:pt>
    <dgm:pt modelId="{947B6C42-1497-414D-AB69-730FA0BBF48A}" type="sibTrans" cxnId="{87C11ADD-5DAE-481A-BA2B-9F2826FD7116}">
      <dgm:prSet/>
      <dgm:spPr/>
      <dgm:t>
        <a:bodyPr/>
        <a:lstStyle/>
        <a:p>
          <a:endParaRPr kumimoji="1" lang="ja-JP" altLang="en-US"/>
        </a:p>
      </dgm:t>
    </dgm:pt>
    <dgm:pt modelId="{AA328587-C95B-44D0-8906-75A87B6DEEC8}">
      <dgm:prSet phldrT="[テキスト]"/>
      <dgm:spPr/>
      <dgm:t>
        <a:bodyPr/>
        <a:lstStyle/>
        <a:p>
          <a:r>
            <a:rPr kumimoji="1" lang="en-US" altLang="ja-JP"/>
            <a:t>HG</a:t>
          </a:r>
          <a:r>
            <a:rPr kumimoji="1" lang="ja-JP" altLang="en-US"/>
            <a:t>クロス決定</a:t>
          </a:r>
          <a:endParaRPr kumimoji="1" lang="en-US" altLang="ja-JP"/>
        </a:p>
        <a:p>
          <a:r>
            <a:rPr kumimoji="1" lang="en-US" altLang="ja-JP"/>
            <a:t>28%</a:t>
          </a:r>
        </a:p>
      </dgm:t>
    </dgm:pt>
    <dgm:pt modelId="{33C7EC5A-0059-4CD9-9F2E-E5E5802B8BFA}" type="parTrans" cxnId="{D527B2A2-EEEC-41E3-B61B-19A521A61915}">
      <dgm:prSet/>
      <dgm:spPr/>
      <dgm:t>
        <a:bodyPr/>
        <a:lstStyle/>
        <a:p>
          <a:endParaRPr kumimoji="1" lang="ja-JP" altLang="en-US"/>
        </a:p>
      </dgm:t>
    </dgm:pt>
    <dgm:pt modelId="{F152A397-605F-4D2D-9842-6B21B4675B26}" type="sibTrans" cxnId="{D527B2A2-EEEC-41E3-B61B-19A521A61915}">
      <dgm:prSet/>
      <dgm:spPr/>
      <dgm:t>
        <a:bodyPr/>
        <a:lstStyle/>
        <a:p>
          <a:endParaRPr kumimoji="1" lang="ja-JP" altLang="en-US"/>
        </a:p>
      </dgm:t>
    </dgm:pt>
    <dgm:pt modelId="{398CB5FC-C03C-4213-B0AE-4E187931F13D}">
      <dgm:prSet phldrT="[テキスト]"/>
      <dgm:spPr/>
      <dgm:t>
        <a:bodyPr/>
        <a:lstStyle/>
        <a:p>
          <a:r>
            <a:rPr kumimoji="1" lang="en-US" altLang="ja-JP"/>
            <a:t>HG</a:t>
          </a:r>
          <a:r>
            <a:rPr kumimoji="1" lang="ja-JP" altLang="en-US"/>
            <a:t>両面決定</a:t>
          </a:r>
          <a:endParaRPr kumimoji="1" lang="en-US" altLang="ja-JP"/>
        </a:p>
        <a:p>
          <a:r>
            <a:rPr kumimoji="1" lang="en-US" altLang="ja-JP"/>
            <a:t>19%</a:t>
          </a:r>
        </a:p>
      </dgm:t>
    </dgm:pt>
    <dgm:pt modelId="{BB252666-43DE-4C16-AB2D-3FEADFD7304C}" type="parTrans" cxnId="{4DBF2344-D075-4334-8D38-B02B32151C53}">
      <dgm:prSet/>
      <dgm:spPr/>
      <dgm:t>
        <a:bodyPr/>
        <a:lstStyle/>
        <a:p>
          <a:endParaRPr kumimoji="1" lang="ja-JP" altLang="en-US"/>
        </a:p>
      </dgm:t>
    </dgm:pt>
    <dgm:pt modelId="{AE4372A1-BA61-45C6-8A34-9B44B6542290}" type="sibTrans" cxnId="{4DBF2344-D075-4334-8D38-B02B32151C53}">
      <dgm:prSet/>
      <dgm:spPr/>
      <dgm:t>
        <a:bodyPr/>
        <a:lstStyle/>
        <a:p>
          <a:endParaRPr kumimoji="1" lang="ja-JP" altLang="en-US"/>
        </a:p>
      </dgm:t>
    </dgm:pt>
    <dgm:pt modelId="{7DA42515-D03A-4EC5-82DB-B42149C65D31}">
      <dgm:prSet phldrT="[テキスト]"/>
      <dgm:spPr/>
      <dgm:t>
        <a:bodyPr/>
        <a:lstStyle/>
        <a:p>
          <a:r>
            <a:rPr kumimoji="1" lang="en-US" altLang="ja-JP"/>
            <a:t>RA</a:t>
          </a:r>
          <a:r>
            <a:rPr kumimoji="1" lang="ja-JP" altLang="en-US"/>
            <a:t>求人決定</a:t>
          </a:r>
          <a:endParaRPr kumimoji="1" lang="en-US" altLang="ja-JP"/>
        </a:p>
        <a:p>
          <a:r>
            <a:rPr kumimoji="1" lang="en-US" altLang="ja-JP"/>
            <a:t>53%</a:t>
          </a:r>
        </a:p>
      </dgm:t>
    </dgm:pt>
    <dgm:pt modelId="{E13325D4-220F-4263-8632-C9E452592538}" type="parTrans" cxnId="{98BD6C6A-7C9E-40AB-BF5C-1C51DF714D23}">
      <dgm:prSet/>
      <dgm:spPr/>
      <dgm:t>
        <a:bodyPr/>
        <a:lstStyle/>
        <a:p>
          <a:endParaRPr kumimoji="1" lang="ja-JP" altLang="en-US"/>
        </a:p>
      </dgm:t>
    </dgm:pt>
    <dgm:pt modelId="{F4A4F6C8-F534-4786-8DEA-39C39E401563}" type="sibTrans" cxnId="{98BD6C6A-7C9E-40AB-BF5C-1C51DF714D23}">
      <dgm:prSet/>
      <dgm:spPr/>
      <dgm:t>
        <a:bodyPr/>
        <a:lstStyle/>
        <a:p>
          <a:endParaRPr kumimoji="1" lang="ja-JP" altLang="en-US"/>
        </a:p>
      </dgm:t>
    </dgm:pt>
    <dgm:pt modelId="{D5A23985-63F1-42FC-A9DB-8CF9037D1DE4}">
      <dgm:prSet phldrT="[テキスト]"/>
      <dgm:spPr/>
      <dgm:t>
        <a:bodyPr/>
        <a:lstStyle/>
        <a:p>
          <a:r>
            <a:rPr kumimoji="1" lang="en-US" altLang="ja-JP"/>
            <a:t>CO</a:t>
          </a:r>
          <a:r>
            <a:rPr kumimoji="1" lang="ja-JP" altLang="en-US"/>
            <a:t>手マッチ経由</a:t>
          </a:r>
          <a:endParaRPr kumimoji="1" lang="en-US" altLang="ja-JP"/>
        </a:p>
      </dgm:t>
    </dgm:pt>
    <dgm:pt modelId="{652A5E84-ACFA-4B29-B93F-2A439772C8CB}" type="parTrans" cxnId="{0B4D32A3-C976-4476-8CC3-CAA878F5310F}">
      <dgm:prSet/>
      <dgm:spPr/>
      <dgm:t>
        <a:bodyPr/>
        <a:lstStyle/>
        <a:p>
          <a:endParaRPr kumimoji="1" lang="ja-JP" altLang="en-US"/>
        </a:p>
      </dgm:t>
    </dgm:pt>
    <dgm:pt modelId="{05B8F995-5AA0-4636-BC82-733D900B05FB}" type="sibTrans" cxnId="{0B4D32A3-C976-4476-8CC3-CAA878F5310F}">
      <dgm:prSet/>
      <dgm:spPr/>
      <dgm:t>
        <a:bodyPr/>
        <a:lstStyle/>
        <a:p>
          <a:endParaRPr kumimoji="1" lang="ja-JP" altLang="en-US"/>
        </a:p>
      </dgm:t>
    </dgm:pt>
    <dgm:pt modelId="{6A324F07-34F6-49E3-AB14-F72C9EB96D21}">
      <dgm:prSet phldrT="[テキスト]"/>
      <dgm:spPr/>
      <dgm:t>
        <a:bodyPr/>
        <a:lstStyle/>
        <a:p>
          <a:r>
            <a:rPr kumimoji="1" lang="en-US" altLang="ja-JP"/>
            <a:t>I2A</a:t>
          </a:r>
          <a:r>
            <a:rPr kumimoji="1" lang="ja-JP" altLang="en-US"/>
            <a:t>経由</a:t>
          </a:r>
          <a:endParaRPr kumimoji="1" lang="en-US" altLang="ja-JP"/>
        </a:p>
      </dgm:t>
    </dgm:pt>
    <dgm:pt modelId="{2E64A103-1151-432E-921E-1B5FCC4BC3DB}" type="parTrans" cxnId="{FB353C39-6760-4841-AAFC-3FA2A6B540D5}">
      <dgm:prSet/>
      <dgm:spPr/>
      <dgm:t>
        <a:bodyPr/>
        <a:lstStyle/>
        <a:p>
          <a:endParaRPr kumimoji="1" lang="ja-JP" altLang="en-US"/>
        </a:p>
      </dgm:t>
    </dgm:pt>
    <dgm:pt modelId="{D8F15982-0629-43EE-A28C-97CD592E2D6A}" type="sibTrans" cxnId="{FB353C39-6760-4841-AAFC-3FA2A6B540D5}">
      <dgm:prSet/>
      <dgm:spPr/>
      <dgm:t>
        <a:bodyPr/>
        <a:lstStyle/>
        <a:p>
          <a:endParaRPr kumimoji="1" lang="ja-JP" altLang="en-US"/>
        </a:p>
      </dgm:t>
    </dgm:pt>
    <dgm:pt modelId="{E8B68F4E-F0F6-477F-9FB7-BEF9FECB7874}">
      <dgm:prSet phldrT="[テキスト]"/>
      <dgm:spPr>
        <a:ln w="57150">
          <a:noFill/>
        </a:ln>
      </dgm:spPr>
      <dgm:t>
        <a:bodyPr/>
        <a:lstStyle/>
        <a:p>
          <a:r>
            <a:rPr kumimoji="1" lang="en-US" altLang="ja-JP"/>
            <a:t>CO</a:t>
          </a:r>
          <a:r>
            <a:rPr kumimoji="1" lang="ja-JP" altLang="en-US"/>
            <a:t>手マッチ経由</a:t>
          </a:r>
          <a:endParaRPr kumimoji="1" lang="en-US" altLang="ja-JP"/>
        </a:p>
      </dgm:t>
    </dgm:pt>
    <dgm:pt modelId="{F4CF9CD3-C56E-4DDD-8CDF-185EF9D10FD0}" type="parTrans" cxnId="{77AFB36D-C627-4B9C-84D9-EFD01B9778F2}">
      <dgm:prSet/>
      <dgm:spPr/>
      <dgm:t>
        <a:bodyPr/>
        <a:lstStyle/>
        <a:p>
          <a:endParaRPr kumimoji="1" lang="ja-JP" altLang="en-US"/>
        </a:p>
      </dgm:t>
    </dgm:pt>
    <dgm:pt modelId="{6F6F49C2-9173-435B-AA36-42E724262CBC}" type="sibTrans" cxnId="{77AFB36D-C627-4B9C-84D9-EFD01B9778F2}">
      <dgm:prSet/>
      <dgm:spPr/>
      <dgm:t>
        <a:bodyPr/>
        <a:lstStyle/>
        <a:p>
          <a:endParaRPr kumimoji="1" lang="ja-JP" altLang="en-US"/>
        </a:p>
      </dgm:t>
    </dgm:pt>
    <dgm:pt modelId="{0168B1FC-8F45-4D38-9196-BB5E339CA3CE}">
      <dgm:prSet phldrT="[テキスト]"/>
      <dgm:spPr/>
      <dgm:t>
        <a:bodyPr/>
        <a:lstStyle/>
        <a:p>
          <a:r>
            <a:rPr kumimoji="1" lang="en-US" altLang="ja-JP"/>
            <a:t>I2A</a:t>
          </a:r>
          <a:r>
            <a:rPr kumimoji="1" lang="ja-JP" altLang="en-US"/>
            <a:t>経由</a:t>
          </a:r>
          <a:endParaRPr kumimoji="1" lang="en-US" altLang="ja-JP"/>
        </a:p>
      </dgm:t>
    </dgm:pt>
    <dgm:pt modelId="{DE639441-2DD2-456A-A2FE-8DB124715CA8}" type="parTrans" cxnId="{636C6A4A-CCE6-4BD4-89F5-DE539AA64E41}">
      <dgm:prSet/>
      <dgm:spPr/>
      <dgm:t>
        <a:bodyPr/>
        <a:lstStyle/>
        <a:p>
          <a:endParaRPr kumimoji="1" lang="ja-JP" altLang="en-US"/>
        </a:p>
      </dgm:t>
    </dgm:pt>
    <dgm:pt modelId="{EA5C9C87-C525-4390-B413-09A324738799}" type="sibTrans" cxnId="{636C6A4A-CCE6-4BD4-89F5-DE539AA64E41}">
      <dgm:prSet/>
      <dgm:spPr/>
      <dgm:t>
        <a:bodyPr/>
        <a:lstStyle/>
        <a:p>
          <a:endParaRPr kumimoji="1" lang="ja-JP" altLang="en-US"/>
        </a:p>
      </dgm:t>
    </dgm:pt>
    <dgm:pt modelId="{B1D61A9C-1C64-40C1-A510-0C6A8515B8E7}" type="pres">
      <dgm:prSet presAssocID="{BF3EF4FA-0570-43D6-B5D7-D184B5E0AEEF}" presName="diagram" presStyleCnt="0">
        <dgm:presLayoutVars>
          <dgm:chPref val="1"/>
          <dgm:dir/>
          <dgm:animOne val="branch"/>
          <dgm:animLvl val="lvl"/>
          <dgm:resizeHandles val="exact"/>
        </dgm:presLayoutVars>
      </dgm:prSet>
      <dgm:spPr/>
    </dgm:pt>
    <dgm:pt modelId="{582545D7-5A7D-4864-87E5-99451AF91FAC}" type="pres">
      <dgm:prSet presAssocID="{4933D8A0-C4D5-464C-A967-495E85F6C6F0}" presName="root1" presStyleCnt="0"/>
      <dgm:spPr/>
    </dgm:pt>
    <dgm:pt modelId="{DFB7B3A9-5246-4B0E-A820-3DB695FD3C31}" type="pres">
      <dgm:prSet presAssocID="{4933D8A0-C4D5-464C-A967-495E85F6C6F0}" presName="LevelOneTextNode" presStyleLbl="node0" presStyleIdx="0" presStyleCnt="1">
        <dgm:presLayoutVars>
          <dgm:chPref val="3"/>
        </dgm:presLayoutVars>
      </dgm:prSet>
      <dgm:spPr/>
    </dgm:pt>
    <dgm:pt modelId="{C9089E85-7C51-4341-B3C7-D45F9CC7761B}" type="pres">
      <dgm:prSet presAssocID="{4933D8A0-C4D5-464C-A967-495E85F6C6F0}" presName="level2hierChild" presStyleCnt="0"/>
      <dgm:spPr/>
    </dgm:pt>
    <dgm:pt modelId="{475787C1-930B-452F-B179-D4E7254F67F5}" type="pres">
      <dgm:prSet presAssocID="{BB252666-43DE-4C16-AB2D-3FEADFD7304C}" presName="conn2-1" presStyleLbl="parChTrans1D2" presStyleIdx="0" presStyleCnt="3"/>
      <dgm:spPr/>
    </dgm:pt>
    <dgm:pt modelId="{E12E0790-A5CD-43ED-9D76-7AFCE5116F9C}" type="pres">
      <dgm:prSet presAssocID="{BB252666-43DE-4C16-AB2D-3FEADFD7304C}" presName="connTx" presStyleLbl="parChTrans1D2" presStyleIdx="0" presStyleCnt="3"/>
      <dgm:spPr/>
    </dgm:pt>
    <dgm:pt modelId="{465F3E1F-33CE-4D4A-B18D-1BBE33CD34EC}" type="pres">
      <dgm:prSet presAssocID="{398CB5FC-C03C-4213-B0AE-4E187931F13D}" presName="root2" presStyleCnt="0"/>
      <dgm:spPr/>
    </dgm:pt>
    <dgm:pt modelId="{853D0301-AFED-4DF5-8FFB-D9E6867CC273}" type="pres">
      <dgm:prSet presAssocID="{398CB5FC-C03C-4213-B0AE-4E187931F13D}" presName="LevelTwoTextNode" presStyleLbl="node2" presStyleIdx="0" presStyleCnt="3">
        <dgm:presLayoutVars>
          <dgm:chPref val="3"/>
        </dgm:presLayoutVars>
      </dgm:prSet>
      <dgm:spPr/>
    </dgm:pt>
    <dgm:pt modelId="{405FF44F-DA25-4826-BF37-F6A033B7F988}" type="pres">
      <dgm:prSet presAssocID="{398CB5FC-C03C-4213-B0AE-4E187931F13D}" presName="level3hierChild" presStyleCnt="0"/>
      <dgm:spPr/>
    </dgm:pt>
    <dgm:pt modelId="{1E815602-DE96-441B-87A5-F9D5DD46D481}" type="pres">
      <dgm:prSet presAssocID="{33C7EC5A-0059-4CD9-9F2E-E5E5802B8BFA}" presName="conn2-1" presStyleLbl="parChTrans1D2" presStyleIdx="1" presStyleCnt="3"/>
      <dgm:spPr/>
    </dgm:pt>
    <dgm:pt modelId="{BEDD9C48-6763-4EBD-8F59-A25B2989EEDA}" type="pres">
      <dgm:prSet presAssocID="{33C7EC5A-0059-4CD9-9F2E-E5E5802B8BFA}" presName="connTx" presStyleLbl="parChTrans1D2" presStyleIdx="1" presStyleCnt="3"/>
      <dgm:spPr/>
    </dgm:pt>
    <dgm:pt modelId="{E67EAA7A-5254-4C2E-9440-F099630F0A39}" type="pres">
      <dgm:prSet presAssocID="{AA328587-C95B-44D0-8906-75A87B6DEEC8}" presName="root2" presStyleCnt="0"/>
      <dgm:spPr/>
    </dgm:pt>
    <dgm:pt modelId="{9F21F131-A622-485F-BC21-FCA9714F8FA0}" type="pres">
      <dgm:prSet presAssocID="{AA328587-C95B-44D0-8906-75A87B6DEEC8}" presName="LevelTwoTextNode" presStyleLbl="node2" presStyleIdx="1" presStyleCnt="3">
        <dgm:presLayoutVars>
          <dgm:chPref val="3"/>
        </dgm:presLayoutVars>
      </dgm:prSet>
      <dgm:spPr/>
    </dgm:pt>
    <dgm:pt modelId="{5C214E7E-581A-4CCC-9592-62320E9E4EEA}" type="pres">
      <dgm:prSet presAssocID="{AA328587-C95B-44D0-8906-75A87B6DEEC8}" presName="level3hierChild" presStyleCnt="0"/>
      <dgm:spPr/>
    </dgm:pt>
    <dgm:pt modelId="{54D4DA80-90FF-4E62-A9E4-8FA56A5778CC}" type="pres">
      <dgm:prSet presAssocID="{F4CF9CD3-C56E-4DDD-8CDF-185EF9D10FD0}" presName="conn2-1" presStyleLbl="parChTrans1D3" presStyleIdx="0" presStyleCnt="4"/>
      <dgm:spPr/>
    </dgm:pt>
    <dgm:pt modelId="{0B9DF658-F28B-421E-A1A9-D83B037509FC}" type="pres">
      <dgm:prSet presAssocID="{F4CF9CD3-C56E-4DDD-8CDF-185EF9D10FD0}" presName="connTx" presStyleLbl="parChTrans1D3" presStyleIdx="0" presStyleCnt="4"/>
      <dgm:spPr/>
    </dgm:pt>
    <dgm:pt modelId="{60BDE834-AFFD-4060-BA02-B63DEE2CB9A0}" type="pres">
      <dgm:prSet presAssocID="{E8B68F4E-F0F6-477F-9FB7-BEF9FECB7874}" presName="root2" presStyleCnt="0"/>
      <dgm:spPr/>
    </dgm:pt>
    <dgm:pt modelId="{62EBA46E-3C8D-4885-B7A5-438A79B3FE50}" type="pres">
      <dgm:prSet presAssocID="{E8B68F4E-F0F6-477F-9FB7-BEF9FECB7874}" presName="LevelTwoTextNode" presStyleLbl="node3" presStyleIdx="0" presStyleCnt="4">
        <dgm:presLayoutVars>
          <dgm:chPref val="3"/>
        </dgm:presLayoutVars>
      </dgm:prSet>
      <dgm:spPr/>
    </dgm:pt>
    <dgm:pt modelId="{2B453E86-4E2C-4D3A-A0EA-CCC190916237}" type="pres">
      <dgm:prSet presAssocID="{E8B68F4E-F0F6-477F-9FB7-BEF9FECB7874}" presName="level3hierChild" presStyleCnt="0"/>
      <dgm:spPr/>
    </dgm:pt>
    <dgm:pt modelId="{7202CB22-0431-4770-B0B8-BCE2EB7B85C1}" type="pres">
      <dgm:prSet presAssocID="{DE639441-2DD2-456A-A2FE-8DB124715CA8}" presName="conn2-1" presStyleLbl="parChTrans1D3" presStyleIdx="1" presStyleCnt="4"/>
      <dgm:spPr/>
    </dgm:pt>
    <dgm:pt modelId="{1A1611B7-C225-4D57-ABD8-ED43192487C0}" type="pres">
      <dgm:prSet presAssocID="{DE639441-2DD2-456A-A2FE-8DB124715CA8}" presName="connTx" presStyleLbl="parChTrans1D3" presStyleIdx="1" presStyleCnt="4"/>
      <dgm:spPr/>
    </dgm:pt>
    <dgm:pt modelId="{00D8EE61-63FA-4987-A93A-FCF8EF1A8FA2}" type="pres">
      <dgm:prSet presAssocID="{0168B1FC-8F45-4D38-9196-BB5E339CA3CE}" presName="root2" presStyleCnt="0"/>
      <dgm:spPr/>
    </dgm:pt>
    <dgm:pt modelId="{E94ED375-98AE-4BF5-BE9D-95748DF957EA}" type="pres">
      <dgm:prSet presAssocID="{0168B1FC-8F45-4D38-9196-BB5E339CA3CE}" presName="LevelTwoTextNode" presStyleLbl="node3" presStyleIdx="1" presStyleCnt="4">
        <dgm:presLayoutVars>
          <dgm:chPref val="3"/>
        </dgm:presLayoutVars>
      </dgm:prSet>
      <dgm:spPr/>
    </dgm:pt>
    <dgm:pt modelId="{149E0F91-E7CA-416E-BC52-334D406A25E0}" type="pres">
      <dgm:prSet presAssocID="{0168B1FC-8F45-4D38-9196-BB5E339CA3CE}" presName="level3hierChild" presStyleCnt="0"/>
      <dgm:spPr/>
    </dgm:pt>
    <dgm:pt modelId="{E3552420-391B-4470-B33C-5312DF84CDC0}" type="pres">
      <dgm:prSet presAssocID="{E13325D4-220F-4263-8632-C9E452592538}" presName="conn2-1" presStyleLbl="parChTrans1D2" presStyleIdx="2" presStyleCnt="3"/>
      <dgm:spPr/>
    </dgm:pt>
    <dgm:pt modelId="{7174CC82-A66A-4925-A638-6BFB68771462}" type="pres">
      <dgm:prSet presAssocID="{E13325D4-220F-4263-8632-C9E452592538}" presName="connTx" presStyleLbl="parChTrans1D2" presStyleIdx="2" presStyleCnt="3"/>
      <dgm:spPr/>
    </dgm:pt>
    <dgm:pt modelId="{BA3C8D73-BFBF-474F-800C-34DFFFCE4C27}" type="pres">
      <dgm:prSet presAssocID="{7DA42515-D03A-4EC5-82DB-B42149C65D31}" presName="root2" presStyleCnt="0"/>
      <dgm:spPr/>
    </dgm:pt>
    <dgm:pt modelId="{546DD633-9B21-4179-8E43-03544A86E888}" type="pres">
      <dgm:prSet presAssocID="{7DA42515-D03A-4EC5-82DB-B42149C65D31}" presName="LevelTwoTextNode" presStyleLbl="node2" presStyleIdx="2" presStyleCnt="3">
        <dgm:presLayoutVars>
          <dgm:chPref val="3"/>
        </dgm:presLayoutVars>
      </dgm:prSet>
      <dgm:spPr/>
    </dgm:pt>
    <dgm:pt modelId="{10EF0221-2E2E-41A7-AB76-E79C0F262A26}" type="pres">
      <dgm:prSet presAssocID="{7DA42515-D03A-4EC5-82DB-B42149C65D31}" presName="level3hierChild" presStyleCnt="0"/>
      <dgm:spPr/>
    </dgm:pt>
    <dgm:pt modelId="{377FA727-807A-4840-9462-D18E49308910}" type="pres">
      <dgm:prSet presAssocID="{652A5E84-ACFA-4B29-B93F-2A439772C8CB}" presName="conn2-1" presStyleLbl="parChTrans1D3" presStyleIdx="2" presStyleCnt="4"/>
      <dgm:spPr/>
    </dgm:pt>
    <dgm:pt modelId="{CEF2B7C1-655B-4146-9F3C-A64DAD2AA5B9}" type="pres">
      <dgm:prSet presAssocID="{652A5E84-ACFA-4B29-B93F-2A439772C8CB}" presName="connTx" presStyleLbl="parChTrans1D3" presStyleIdx="2" presStyleCnt="4"/>
      <dgm:spPr/>
    </dgm:pt>
    <dgm:pt modelId="{DC80DFDF-C8CE-4353-A3CA-92B707E54754}" type="pres">
      <dgm:prSet presAssocID="{D5A23985-63F1-42FC-A9DB-8CF9037D1DE4}" presName="root2" presStyleCnt="0"/>
      <dgm:spPr/>
    </dgm:pt>
    <dgm:pt modelId="{74EA79F4-F450-447E-A935-02DCA1E6BBE9}" type="pres">
      <dgm:prSet presAssocID="{D5A23985-63F1-42FC-A9DB-8CF9037D1DE4}" presName="LevelTwoTextNode" presStyleLbl="node3" presStyleIdx="2" presStyleCnt="4">
        <dgm:presLayoutVars>
          <dgm:chPref val="3"/>
        </dgm:presLayoutVars>
      </dgm:prSet>
      <dgm:spPr/>
    </dgm:pt>
    <dgm:pt modelId="{9C308626-5F21-43C7-B9AE-D4422BE8E2E2}" type="pres">
      <dgm:prSet presAssocID="{D5A23985-63F1-42FC-A9DB-8CF9037D1DE4}" presName="level3hierChild" presStyleCnt="0"/>
      <dgm:spPr/>
    </dgm:pt>
    <dgm:pt modelId="{15A53296-7E99-4BE0-B615-0166604A67AE}" type="pres">
      <dgm:prSet presAssocID="{2E64A103-1151-432E-921E-1B5FCC4BC3DB}" presName="conn2-1" presStyleLbl="parChTrans1D3" presStyleIdx="3" presStyleCnt="4"/>
      <dgm:spPr/>
    </dgm:pt>
    <dgm:pt modelId="{94AACDC0-AF7B-4852-A938-B176ABB5383E}" type="pres">
      <dgm:prSet presAssocID="{2E64A103-1151-432E-921E-1B5FCC4BC3DB}" presName="connTx" presStyleLbl="parChTrans1D3" presStyleIdx="3" presStyleCnt="4"/>
      <dgm:spPr/>
    </dgm:pt>
    <dgm:pt modelId="{BEE01926-CEFE-41F4-AE91-178F021DA870}" type="pres">
      <dgm:prSet presAssocID="{6A324F07-34F6-49E3-AB14-F72C9EB96D21}" presName="root2" presStyleCnt="0"/>
      <dgm:spPr/>
    </dgm:pt>
    <dgm:pt modelId="{0211876E-41D6-45A7-A2F2-1D4FE2996DBE}" type="pres">
      <dgm:prSet presAssocID="{6A324F07-34F6-49E3-AB14-F72C9EB96D21}" presName="LevelTwoTextNode" presStyleLbl="node3" presStyleIdx="3" presStyleCnt="4">
        <dgm:presLayoutVars>
          <dgm:chPref val="3"/>
        </dgm:presLayoutVars>
      </dgm:prSet>
      <dgm:spPr/>
    </dgm:pt>
    <dgm:pt modelId="{D458AFE3-9FE4-4ADA-B18C-3B4DF3BFAE18}" type="pres">
      <dgm:prSet presAssocID="{6A324F07-34F6-49E3-AB14-F72C9EB96D21}" presName="level3hierChild" presStyleCnt="0"/>
      <dgm:spPr/>
    </dgm:pt>
  </dgm:ptLst>
  <dgm:cxnLst>
    <dgm:cxn modelId="{DB211404-9C16-4CF6-87C4-F099A389B24B}" type="presOf" srcId="{652A5E84-ACFA-4B29-B93F-2A439772C8CB}" destId="{CEF2B7C1-655B-4146-9F3C-A64DAD2AA5B9}" srcOrd="1" destOrd="0" presId="urn:microsoft.com/office/officeart/2005/8/layout/hierarchy2"/>
    <dgm:cxn modelId="{B0A2A316-9EF3-463F-8052-CAB4F1DFE83B}" type="presOf" srcId="{33C7EC5A-0059-4CD9-9F2E-E5E5802B8BFA}" destId="{BEDD9C48-6763-4EBD-8F59-A25B2989EEDA}" srcOrd="1" destOrd="0" presId="urn:microsoft.com/office/officeart/2005/8/layout/hierarchy2"/>
    <dgm:cxn modelId="{B251571A-F557-4288-8B1B-AF3435B2533C}" type="presOf" srcId="{E8B68F4E-F0F6-477F-9FB7-BEF9FECB7874}" destId="{62EBA46E-3C8D-4885-B7A5-438A79B3FE50}" srcOrd="0" destOrd="0" presId="urn:microsoft.com/office/officeart/2005/8/layout/hierarchy2"/>
    <dgm:cxn modelId="{FB353C39-6760-4841-AAFC-3FA2A6B540D5}" srcId="{7DA42515-D03A-4EC5-82DB-B42149C65D31}" destId="{6A324F07-34F6-49E3-AB14-F72C9EB96D21}" srcOrd="1" destOrd="0" parTransId="{2E64A103-1151-432E-921E-1B5FCC4BC3DB}" sibTransId="{D8F15982-0629-43EE-A28C-97CD592E2D6A}"/>
    <dgm:cxn modelId="{4F1AA141-53B9-4545-A359-582AB1FE1412}" type="presOf" srcId="{7DA42515-D03A-4EC5-82DB-B42149C65D31}" destId="{546DD633-9B21-4179-8E43-03544A86E888}" srcOrd="0" destOrd="0" presId="urn:microsoft.com/office/officeart/2005/8/layout/hierarchy2"/>
    <dgm:cxn modelId="{4DBF2344-D075-4334-8D38-B02B32151C53}" srcId="{4933D8A0-C4D5-464C-A967-495E85F6C6F0}" destId="{398CB5FC-C03C-4213-B0AE-4E187931F13D}" srcOrd="0" destOrd="0" parTransId="{BB252666-43DE-4C16-AB2D-3FEADFD7304C}" sibTransId="{AE4372A1-BA61-45C6-8A34-9B44B6542290}"/>
    <dgm:cxn modelId="{636C6A4A-CCE6-4BD4-89F5-DE539AA64E41}" srcId="{AA328587-C95B-44D0-8906-75A87B6DEEC8}" destId="{0168B1FC-8F45-4D38-9196-BB5E339CA3CE}" srcOrd="1" destOrd="0" parTransId="{DE639441-2DD2-456A-A2FE-8DB124715CA8}" sibTransId="{EA5C9C87-C525-4390-B413-09A324738799}"/>
    <dgm:cxn modelId="{98BD6C6A-7C9E-40AB-BF5C-1C51DF714D23}" srcId="{4933D8A0-C4D5-464C-A967-495E85F6C6F0}" destId="{7DA42515-D03A-4EC5-82DB-B42149C65D31}" srcOrd="2" destOrd="0" parTransId="{E13325D4-220F-4263-8632-C9E452592538}" sibTransId="{F4A4F6C8-F534-4786-8DEA-39C39E401563}"/>
    <dgm:cxn modelId="{C3DF926A-DADC-4AEE-850B-3E80E7065653}" type="presOf" srcId="{BF3EF4FA-0570-43D6-B5D7-D184B5E0AEEF}" destId="{B1D61A9C-1C64-40C1-A510-0C6A8515B8E7}" srcOrd="0" destOrd="0" presId="urn:microsoft.com/office/officeart/2005/8/layout/hierarchy2"/>
    <dgm:cxn modelId="{77AFB36D-C627-4B9C-84D9-EFD01B9778F2}" srcId="{AA328587-C95B-44D0-8906-75A87B6DEEC8}" destId="{E8B68F4E-F0F6-477F-9FB7-BEF9FECB7874}" srcOrd="0" destOrd="0" parTransId="{F4CF9CD3-C56E-4DDD-8CDF-185EF9D10FD0}" sibTransId="{6F6F49C2-9173-435B-AA36-42E724262CBC}"/>
    <dgm:cxn modelId="{3191114E-8378-419B-BB7B-0380A83EA626}" type="presOf" srcId="{2E64A103-1151-432E-921E-1B5FCC4BC3DB}" destId="{94AACDC0-AF7B-4852-A938-B176ABB5383E}" srcOrd="1" destOrd="0" presId="urn:microsoft.com/office/officeart/2005/8/layout/hierarchy2"/>
    <dgm:cxn modelId="{0E02294E-B003-4A77-8E19-0D22DA09C5BB}" type="presOf" srcId="{6A324F07-34F6-49E3-AB14-F72C9EB96D21}" destId="{0211876E-41D6-45A7-A2F2-1D4FE2996DBE}" srcOrd="0" destOrd="0" presId="urn:microsoft.com/office/officeart/2005/8/layout/hierarchy2"/>
    <dgm:cxn modelId="{75466C6E-0D83-4FD8-99E2-39ABBEE368BD}" type="presOf" srcId="{0168B1FC-8F45-4D38-9196-BB5E339CA3CE}" destId="{E94ED375-98AE-4BF5-BE9D-95748DF957EA}" srcOrd="0" destOrd="0" presId="urn:microsoft.com/office/officeart/2005/8/layout/hierarchy2"/>
    <dgm:cxn modelId="{D728FB51-8BDF-4EC1-B8AD-80E8866AA29C}" type="presOf" srcId="{D5A23985-63F1-42FC-A9DB-8CF9037D1DE4}" destId="{74EA79F4-F450-447E-A935-02DCA1E6BBE9}" srcOrd="0" destOrd="0" presId="urn:microsoft.com/office/officeart/2005/8/layout/hierarchy2"/>
    <dgm:cxn modelId="{14755053-9FB5-407B-BDDE-2F08D0E2325C}" type="presOf" srcId="{E13325D4-220F-4263-8632-C9E452592538}" destId="{E3552420-391B-4470-B33C-5312DF84CDC0}" srcOrd="0" destOrd="0" presId="urn:microsoft.com/office/officeart/2005/8/layout/hierarchy2"/>
    <dgm:cxn modelId="{5AEB9677-25C2-493F-8DD1-4EA26FF65C35}" type="presOf" srcId="{DE639441-2DD2-456A-A2FE-8DB124715CA8}" destId="{7202CB22-0431-4770-B0B8-BCE2EB7B85C1}" srcOrd="0" destOrd="0" presId="urn:microsoft.com/office/officeart/2005/8/layout/hierarchy2"/>
    <dgm:cxn modelId="{89021979-2843-459E-B24B-1DCD01DCDB87}" type="presOf" srcId="{652A5E84-ACFA-4B29-B93F-2A439772C8CB}" destId="{377FA727-807A-4840-9462-D18E49308910}" srcOrd="0" destOrd="0" presId="urn:microsoft.com/office/officeart/2005/8/layout/hierarchy2"/>
    <dgm:cxn modelId="{0681577C-3B07-433F-9FBB-6BBFCB02B439}" type="presOf" srcId="{F4CF9CD3-C56E-4DDD-8CDF-185EF9D10FD0}" destId="{0B9DF658-F28B-421E-A1A9-D83B037509FC}" srcOrd="1" destOrd="0" presId="urn:microsoft.com/office/officeart/2005/8/layout/hierarchy2"/>
    <dgm:cxn modelId="{8268B687-CBBC-4DC5-AE46-836DEAFE816D}" type="presOf" srcId="{E13325D4-220F-4263-8632-C9E452592538}" destId="{7174CC82-A66A-4925-A638-6BFB68771462}" srcOrd="1" destOrd="0" presId="urn:microsoft.com/office/officeart/2005/8/layout/hierarchy2"/>
    <dgm:cxn modelId="{ACDE4D89-25A4-4255-81DD-5B8BF65F4052}" type="presOf" srcId="{398CB5FC-C03C-4213-B0AE-4E187931F13D}" destId="{853D0301-AFED-4DF5-8FFB-D9E6867CC273}" srcOrd="0" destOrd="0" presId="urn:microsoft.com/office/officeart/2005/8/layout/hierarchy2"/>
    <dgm:cxn modelId="{5B34EA8A-67FC-47CE-B4E7-418AC324EB49}" type="presOf" srcId="{2E64A103-1151-432E-921E-1B5FCC4BC3DB}" destId="{15A53296-7E99-4BE0-B615-0166604A67AE}" srcOrd="0" destOrd="0" presId="urn:microsoft.com/office/officeart/2005/8/layout/hierarchy2"/>
    <dgm:cxn modelId="{5F7D329C-6D87-425B-8A20-81DCE0C06BB2}" type="presOf" srcId="{DE639441-2DD2-456A-A2FE-8DB124715CA8}" destId="{1A1611B7-C225-4D57-ABD8-ED43192487C0}" srcOrd="1" destOrd="0" presId="urn:microsoft.com/office/officeart/2005/8/layout/hierarchy2"/>
    <dgm:cxn modelId="{00D4A69F-F702-481B-BD81-37B3853EE4F8}" type="presOf" srcId="{BB252666-43DE-4C16-AB2D-3FEADFD7304C}" destId="{E12E0790-A5CD-43ED-9D76-7AFCE5116F9C}" srcOrd="1" destOrd="0" presId="urn:microsoft.com/office/officeart/2005/8/layout/hierarchy2"/>
    <dgm:cxn modelId="{D527B2A2-EEEC-41E3-B61B-19A521A61915}" srcId="{4933D8A0-C4D5-464C-A967-495E85F6C6F0}" destId="{AA328587-C95B-44D0-8906-75A87B6DEEC8}" srcOrd="1" destOrd="0" parTransId="{33C7EC5A-0059-4CD9-9F2E-E5E5802B8BFA}" sibTransId="{F152A397-605F-4D2D-9842-6B21B4675B26}"/>
    <dgm:cxn modelId="{0B4D32A3-C976-4476-8CC3-CAA878F5310F}" srcId="{7DA42515-D03A-4EC5-82DB-B42149C65D31}" destId="{D5A23985-63F1-42FC-A9DB-8CF9037D1DE4}" srcOrd="0" destOrd="0" parTransId="{652A5E84-ACFA-4B29-B93F-2A439772C8CB}" sibTransId="{05B8F995-5AA0-4636-BC82-733D900B05FB}"/>
    <dgm:cxn modelId="{D44370B2-3B4F-4CD8-B266-ABE1DC5305E1}" type="presOf" srcId="{AA328587-C95B-44D0-8906-75A87B6DEEC8}" destId="{9F21F131-A622-485F-BC21-FCA9714F8FA0}" srcOrd="0" destOrd="0" presId="urn:microsoft.com/office/officeart/2005/8/layout/hierarchy2"/>
    <dgm:cxn modelId="{73D96BBE-FFF6-487F-86BA-6B57954BD355}" type="presOf" srcId="{BB252666-43DE-4C16-AB2D-3FEADFD7304C}" destId="{475787C1-930B-452F-B179-D4E7254F67F5}" srcOrd="0" destOrd="0" presId="urn:microsoft.com/office/officeart/2005/8/layout/hierarchy2"/>
    <dgm:cxn modelId="{87C11ADD-5DAE-481A-BA2B-9F2826FD7116}" srcId="{BF3EF4FA-0570-43D6-B5D7-D184B5E0AEEF}" destId="{4933D8A0-C4D5-464C-A967-495E85F6C6F0}" srcOrd="0" destOrd="0" parTransId="{56C7B6EA-32AD-43EA-A4E2-7DF8B59E1659}" sibTransId="{947B6C42-1497-414D-AB69-730FA0BBF48A}"/>
    <dgm:cxn modelId="{101A30F9-0DD4-442B-B4FD-542D17B9EAD0}" type="presOf" srcId="{4933D8A0-C4D5-464C-A967-495E85F6C6F0}" destId="{DFB7B3A9-5246-4B0E-A820-3DB695FD3C31}" srcOrd="0" destOrd="0" presId="urn:microsoft.com/office/officeart/2005/8/layout/hierarchy2"/>
    <dgm:cxn modelId="{E7CB71FC-54CF-4049-9294-C93F062CD64E}" type="presOf" srcId="{F4CF9CD3-C56E-4DDD-8CDF-185EF9D10FD0}" destId="{54D4DA80-90FF-4E62-A9E4-8FA56A5778CC}" srcOrd="0" destOrd="0" presId="urn:microsoft.com/office/officeart/2005/8/layout/hierarchy2"/>
    <dgm:cxn modelId="{40154EFD-A473-424B-87E9-23299EC1DFC3}" type="presOf" srcId="{33C7EC5A-0059-4CD9-9F2E-E5E5802B8BFA}" destId="{1E815602-DE96-441B-87A5-F9D5DD46D481}" srcOrd="0" destOrd="0" presId="urn:microsoft.com/office/officeart/2005/8/layout/hierarchy2"/>
    <dgm:cxn modelId="{334B1D4B-09BB-48BD-9E22-6E470E66DA4C}" type="presParOf" srcId="{B1D61A9C-1C64-40C1-A510-0C6A8515B8E7}" destId="{582545D7-5A7D-4864-87E5-99451AF91FAC}" srcOrd="0" destOrd="0" presId="urn:microsoft.com/office/officeart/2005/8/layout/hierarchy2"/>
    <dgm:cxn modelId="{AF0F8B87-5E80-42B9-843E-E1C10EAD69BF}" type="presParOf" srcId="{582545D7-5A7D-4864-87E5-99451AF91FAC}" destId="{DFB7B3A9-5246-4B0E-A820-3DB695FD3C31}" srcOrd="0" destOrd="0" presId="urn:microsoft.com/office/officeart/2005/8/layout/hierarchy2"/>
    <dgm:cxn modelId="{937C1583-7A48-4F82-A0F5-B1AA3A8381D1}" type="presParOf" srcId="{582545D7-5A7D-4864-87E5-99451AF91FAC}" destId="{C9089E85-7C51-4341-B3C7-D45F9CC7761B}" srcOrd="1" destOrd="0" presId="urn:microsoft.com/office/officeart/2005/8/layout/hierarchy2"/>
    <dgm:cxn modelId="{3D6F2DAA-6802-411B-892A-EA1C8FD13BBB}" type="presParOf" srcId="{C9089E85-7C51-4341-B3C7-D45F9CC7761B}" destId="{475787C1-930B-452F-B179-D4E7254F67F5}" srcOrd="0" destOrd="0" presId="urn:microsoft.com/office/officeart/2005/8/layout/hierarchy2"/>
    <dgm:cxn modelId="{23A36BF8-C26E-439E-946B-8B4F1100423A}" type="presParOf" srcId="{475787C1-930B-452F-B179-D4E7254F67F5}" destId="{E12E0790-A5CD-43ED-9D76-7AFCE5116F9C}" srcOrd="0" destOrd="0" presId="urn:microsoft.com/office/officeart/2005/8/layout/hierarchy2"/>
    <dgm:cxn modelId="{601806AC-2904-4104-9193-80D80F69F8DC}" type="presParOf" srcId="{C9089E85-7C51-4341-B3C7-D45F9CC7761B}" destId="{465F3E1F-33CE-4D4A-B18D-1BBE33CD34EC}" srcOrd="1" destOrd="0" presId="urn:microsoft.com/office/officeart/2005/8/layout/hierarchy2"/>
    <dgm:cxn modelId="{DD874AC0-44C6-4C80-BE7D-60205F71FE5B}" type="presParOf" srcId="{465F3E1F-33CE-4D4A-B18D-1BBE33CD34EC}" destId="{853D0301-AFED-4DF5-8FFB-D9E6867CC273}" srcOrd="0" destOrd="0" presId="urn:microsoft.com/office/officeart/2005/8/layout/hierarchy2"/>
    <dgm:cxn modelId="{88E04DA9-B640-4CAB-997B-7F2D671EFFEA}" type="presParOf" srcId="{465F3E1F-33CE-4D4A-B18D-1BBE33CD34EC}" destId="{405FF44F-DA25-4826-BF37-F6A033B7F988}" srcOrd="1" destOrd="0" presId="urn:microsoft.com/office/officeart/2005/8/layout/hierarchy2"/>
    <dgm:cxn modelId="{4B144369-3059-4E13-8E5D-3F843EE0048C}" type="presParOf" srcId="{C9089E85-7C51-4341-B3C7-D45F9CC7761B}" destId="{1E815602-DE96-441B-87A5-F9D5DD46D481}" srcOrd="2" destOrd="0" presId="urn:microsoft.com/office/officeart/2005/8/layout/hierarchy2"/>
    <dgm:cxn modelId="{5A4177B8-F4AF-4B2E-8A34-B79BFAB1615C}" type="presParOf" srcId="{1E815602-DE96-441B-87A5-F9D5DD46D481}" destId="{BEDD9C48-6763-4EBD-8F59-A25B2989EEDA}" srcOrd="0" destOrd="0" presId="urn:microsoft.com/office/officeart/2005/8/layout/hierarchy2"/>
    <dgm:cxn modelId="{7B3A858A-8440-42AF-A1E5-630808624731}" type="presParOf" srcId="{C9089E85-7C51-4341-B3C7-D45F9CC7761B}" destId="{E67EAA7A-5254-4C2E-9440-F099630F0A39}" srcOrd="3" destOrd="0" presId="urn:microsoft.com/office/officeart/2005/8/layout/hierarchy2"/>
    <dgm:cxn modelId="{E6AC9096-8B2A-4EEF-9BFE-6B58D485BE23}" type="presParOf" srcId="{E67EAA7A-5254-4C2E-9440-F099630F0A39}" destId="{9F21F131-A622-485F-BC21-FCA9714F8FA0}" srcOrd="0" destOrd="0" presId="urn:microsoft.com/office/officeart/2005/8/layout/hierarchy2"/>
    <dgm:cxn modelId="{7D6A684F-A2BA-403C-B8BC-3125306E2926}" type="presParOf" srcId="{E67EAA7A-5254-4C2E-9440-F099630F0A39}" destId="{5C214E7E-581A-4CCC-9592-62320E9E4EEA}" srcOrd="1" destOrd="0" presId="urn:microsoft.com/office/officeart/2005/8/layout/hierarchy2"/>
    <dgm:cxn modelId="{608F24CE-5805-4EFE-9449-1CFE7E085547}" type="presParOf" srcId="{5C214E7E-581A-4CCC-9592-62320E9E4EEA}" destId="{54D4DA80-90FF-4E62-A9E4-8FA56A5778CC}" srcOrd="0" destOrd="0" presId="urn:microsoft.com/office/officeart/2005/8/layout/hierarchy2"/>
    <dgm:cxn modelId="{B2C3E2A6-4C5E-4E6E-9786-4FD9F2711ECC}" type="presParOf" srcId="{54D4DA80-90FF-4E62-A9E4-8FA56A5778CC}" destId="{0B9DF658-F28B-421E-A1A9-D83B037509FC}" srcOrd="0" destOrd="0" presId="urn:microsoft.com/office/officeart/2005/8/layout/hierarchy2"/>
    <dgm:cxn modelId="{8179AF41-B0DE-4C8B-B12E-9D71B9A91292}" type="presParOf" srcId="{5C214E7E-581A-4CCC-9592-62320E9E4EEA}" destId="{60BDE834-AFFD-4060-BA02-B63DEE2CB9A0}" srcOrd="1" destOrd="0" presId="urn:microsoft.com/office/officeart/2005/8/layout/hierarchy2"/>
    <dgm:cxn modelId="{CB319827-D95D-4682-A6CE-CE6257D9E50A}" type="presParOf" srcId="{60BDE834-AFFD-4060-BA02-B63DEE2CB9A0}" destId="{62EBA46E-3C8D-4885-B7A5-438A79B3FE50}" srcOrd="0" destOrd="0" presId="urn:microsoft.com/office/officeart/2005/8/layout/hierarchy2"/>
    <dgm:cxn modelId="{EE89F51B-53D3-46B6-9A0B-E003AA8028B1}" type="presParOf" srcId="{60BDE834-AFFD-4060-BA02-B63DEE2CB9A0}" destId="{2B453E86-4E2C-4D3A-A0EA-CCC190916237}" srcOrd="1" destOrd="0" presId="urn:microsoft.com/office/officeart/2005/8/layout/hierarchy2"/>
    <dgm:cxn modelId="{9064941C-A81E-4DE7-8582-08C2A4188ADE}" type="presParOf" srcId="{5C214E7E-581A-4CCC-9592-62320E9E4EEA}" destId="{7202CB22-0431-4770-B0B8-BCE2EB7B85C1}" srcOrd="2" destOrd="0" presId="urn:microsoft.com/office/officeart/2005/8/layout/hierarchy2"/>
    <dgm:cxn modelId="{0BE8933A-FC99-4FE2-8F9E-813196740564}" type="presParOf" srcId="{7202CB22-0431-4770-B0B8-BCE2EB7B85C1}" destId="{1A1611B7-C225-4D57-ABD8-ED43192487C0}" srcOrd="0" destOrd="0" presId="urn:microsoft.com/office/officeart/2005/8/layout/hierarchy2"/>
    <dgm:cxn modelId="{67CB847C-D80E-4847-829C-4EB972BCEE0C}" type="presParOf" srcId="{5C214E7E-581A-4CCC-9592-62320E9E4EEA}" destId="{00D8EE61-63FA-4987-A93A-FCF8EF1A8FA2}" srcOrd="3" destOrd="0" presId="urn:microsoft.com/office/officeart/2005/8/layout/hierarchy2"/>
    <dgm:cxn modelId="{B6C0C226-A1CD-4961-B661-9C96A2197FDC}" type="presParOf" srcId="{00D8EE61-63FA-4987-A93A-FCF8EF1A8FA2}" destId="{E94ED375-98AE-4BF5-BE9D-95748DF957EA}" srcOrd="0" destOrd="0" presId="urn:microsoft.com/office/officeart/2005/8/layout/hierarchy2"/>
    <dgm:cxn modelId="{8DD26F0D-739F-456C-9038-24F7B95EE6E0}" type="presParOf" srcId="{00D8EE61-63FA-4987-A93A-FCF8EF1A8FA2}" destId="{149E0F91-E7CA-416E-BC52-334D406A25E0}" srcOrd="1" destOrd="0" presId="urn:microsoft.com/office/officeart/2005/8/layout/hierarchy2"/>
    <dgm:cxn modelId="{CB6D8CF0-76CF-4C23-8E76-FE2B9D77505B}" type="presParOf" srcId="{C9089E85-7C51-4341-B3C7-D45F9CC7761B}" destId="{E3552420-391B-4470-B33C-5312DF84CDC0}" srcOrd="4" destOrd="0" presId="urn:microsoft.com/office/officeart/2005/8/layout/hierarchy2"/>
    <dgm:cxn modelId="{CB1D924E-846C-407E-AC2B-55B47BF822FE}" type="presParOf" srcId="{E3552420-391B-4470-B33C-5312DF84CDC0}" destId="{7174CC82-A66A-4925-A638-6BFB68771462}" srcOrd="0" destOrd="0" presId="urn:microsoft.com/office/officeart/2005/8/layout/hierarchy2"/>
    <dgm:cxn modelId="{6F3AAB95-61A2-46D0-8D6B-09F6C8442172}" type="presParOf" srcId="{C9089E85-7C51-4341-B3C7-D45F9CC7761B}" destId="{BA3C8D73-BFBF-474F-800C-34DFFFCE4C27}" srcOrd="5" destOrd="0" presId="urn:microsoft.com/office/officeart/2005/8/layout/hierarchy2"/>
    <dgm:cxn modelId="{78AB8AC5-EF6A-4F56-94FF-6A925F46BB2E}" type="presParOf" srcId="{BA3C8D73-BFBF-474F-800C-34DFFFCE4C27}" destId="{546DD633-9B21-4179-8E43-03544A86E888}" srcOrd="0" destOrd="0" presId="urn:microsoft.com/office/officeart/2005/8/layout/hierarchy2"/>
    <dgm:cxn modelId="{59990FEA-FE27-45DF-843C-D110570B184F}" type="presParOf" srcId="{BA3C8D73-BFBF-474F-800C-34DFFFCE4C27}" destId="{10EF0221-2E2E-41A7-AB76-E79C0F262A26}" srcOrd="1" destOrd="0" presId="urn:microsoft.com/office/officeart/2005/8/layout/hierarchy2"/>
    <dgm:cxn modelId="{B90C8E37-2B37-4C93-A6DF-76E1A8A2F615}" type="presParOf" srcId="{10EF0221-2E2E-41A7-AB76-E79C0F262A26}" destId="{377FA727-807A-4840-9462-D18E49308910}" srcOrd="0" destOrd="0" presId="urn:microsoft.com/office/officeart/2005/8/layout/hierarchy2"/>
    <dgm:cxn modelId="{4CAF1920-29FD-4EA1-90A6-8ADD77443A71}" type="presParOf" srcId="{377FA727-807A-4840-9462-D18E49308910}" destId="{CEF2B7C1-655B-4146-9F3C-A64DAD2AA5B9}" srcOrd="0" destOrd="0" presId="urn:microsoft.com/office/officeart/2005/8/layout/hierarchy2"/>
    <dgm:cxn modelId="{14D05DAD-FE6C-47F5-B2D1-B184D3F7D8DE}" type="presParOf" srcId="{10EF0221-2E2E-41A7-AB76-E79C0F262A26}" destId="{DC80DFDF-C8CE-4353-A3CA-92B707E54754}" srcOrd="1" destOrd="0" presId="urn:microsoft.com/office/officeart/2005/8/layout/hierarchy2"/>
    <dgm:cxn modelId="{AC505B9F-CB59-456E-AE55-0FB0DCCCBB34}" type="presParOf" srcId="{DC80DFDF-C8CE-4353-A3CA-92B707E54754}" destId="{74EA79F4-F450-447E-A935-02DCA1E6BBE9}" srcOrd="0" destOrd="0" presId="urn:microsoft.com/office/officeart/2005/8/layout/hierarchy2"/>
    <dgm:cxn modelId="{50FAC494-09DF-47B1-B111-54DF9885CD1E}" type="presParOf" srcId="{DC80DFDF-C8CE-4353-A3CA-92B707E54754}" destId="{9C308626-5F21-43C7-B9AE-D4422BE8E2E2}" srcOrd="1" destOrd="0" presId="urn:microsoft.com/office/officeart/2005/8/layout/hierarchy2"/>
    <dgm:cxn modelId="{2641352F-D577-463D-AF6B-DC6BDAD890F3}" type="presParOf" srcId="{10EF0221-2E2E-41A7-AB76-E79C0F262A26}" destId="{15A53296-7E99-4BE0-B615-0166604A67AE}" srcOrd="2" destOrd="0" presId="urn:microsoft.com/office/officeart/2005/8/layout/hierarchy2"/>
    <dgm:cxn modelId="{91C0A5AE-CCC8-43BB-907D-EF3BE8623F79}" type="presParOf" srcId="{15A53296-7E99-4BE0-B615-0166604A67AE}" destId="{94AACDC0-AF7B-4852-A938-B176ABB5383E}" srcOrd="0" destOrd="0" presId="urn:microsoft.com/office/officeart/2005/8/layout/hierarchy2"/>
    <dgm:cxn modelId="{6AF186A9-8099-4EA0-BFC3-AB98B6C21F14}" type="presParOf" srcId="{10EF0221-2E2E-41A7-AB76-E79C0F262A26}" destId="{BEE01926-CEFE-41F4-AE91-178F021DA870}" srcOrd="3" destOrd="0" presId="urn:microsoft.com/office/officeart/2005/8/layout/hierarchy2"/>
    <dgm:cxn modelId="{151349B1-CADF-4948-A48C-674D2DF0FA6F}" type="presParOf" srcId="{BEE01926-CEFE-41F4-AE91-178F021DA870}" destId="{0211876E-41D6-45A7-A2F2-1D4FE2996DBE}" srcOrd="0" destOrd="0" presId="urn:microsoft.com/office/officeart/2005/8/layout/hierarchy2"/>
    <dgm:cxn modelId="{1D741580-16D5-47AA-80F6-0AAB9324EBAB}" type="presParOf" srcId="{BEE01926-CEFE-41F4-AE91-178F021DA870}" destId="{D458AFE3-9FE4-4ADA-B18C-3B4DF3BFAE18}"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11C0C0-6E54-4BD3-BA25-19EF25D6A9D5}">
      <dsp:nvSpPr>
        <dsp:cNvPr id="0" name=""/>
        <dsp:cNvSpPr/>
      </dsp:nvSpPr>
      <dsp:spPr>
        <a:xfrm>
          <a:off x="4268" y="1855300"/>
          <a:ext cx="1561435" cy="78071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t>進捗なし</a:t>
          </a:r>
          <a:endParaRPr kumimoji="1" lang="en-US" altLang="ja-JP" sz="1100" kern="1200"/>
        </a:p>
        <a:p>
          <a:pPr marL="0" lvl="0" indent="0" algn="ctr" defTabSz="488950">
            <a:lnSpc>
              <a:spcPct val="90000"/>
            </a:lnSpc>
            <a:spcBef>
              <a:spcPct val="0"/>
            </a:spcBef>
            <a:spcAft>
              <a:spcPct val="35000"/>
            </a:spcAft>
            <a:buNone/>
          </a:pPr>
          <a:r>
            <a:rPr kumimoji="1" lang="ja-JP" altLang="en-US" sz="1100" kern="1200"/>
            <a:t>ストック</a:t>
          </a:r>
          <a:r>
            <a:rPr kumimoji="1" lang="en-US" altLang="ja-JP" sz="1100" kern="1200"/>
            <a:t>CS</a:t>
          </a:r>
          <a:endParaRPr kumimoji="1" lang="ja-JP" altLang="en-US" sz="1100" kern="1200"/>
        </a:p>
      </dsp:txBody>
      <dsp:txXfrm>
        <a:off x="27134" y="1878166"/>
        <a:ext cx="1515703" cy="734985"/>
      </dsp:txXfrm>
    </dsp:sp>
    <dsp:sp modelId="{F900BBC3-6B57-4204-B1B7-ACE8F42B6B15}">
      <dsp:nvSpPr>
        <dsp:cNvPr id="0" name=""/>
        <dsp:cNvSpPr/>
      </dsp:nvSpPr>
      <dsp:spPr>
        <a:xfrm>
          <a:off x="1565703" y="2230014"/>
          <a:ext cx="624574" cy="31289"/>
        </a:xfrm>
        <a:custGeom>
          <a:avLst/>
          <a:gdLst/>
          <a:ahLst/>
          <a:cxnLst/>
          <a:rect l="0" t="0" r="0" b="0"/>
          <a:pathLst>
            <a:path>
              <a:moveTo>
                <a:pt x="0" y="15644"/>
              </a:moveTo>
              <a:lnTo>
                <a:pt x="624574" y="15644"/>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1862376" y="2230045"/>
        <a:ext cx="31228" cy="31228"/>
      </dsp:txXfrm>
    </dsp:sp>
    <dsp:sp modelId="{F5B7ABF6-4221-4919-8798-0BA1953013D5}">
      <dsp:nvSpPr>
        <dsp:cNvPr id="0" name=""/>
        <dsp:cNvSpPr/>
      </dsp:nvSpPr>
      <dsp:spPr>
        <a:xfrm>
          <a:off x="2190277" y="1855300"/>
          <a:ext cx="1561435" cy="78071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t>CS</a:t>
          </a:r>
          <a:r>
            <a:rPr kumimoji="1" lang="ja-JP" altLang="en-US" sz="1100" kern="1200"/>
            <a:t>意向確認</a:t>
          </a:r>
          <a:endParaRPr kumimoji="1" lang="en-US" altLang="ja-JP" sz="1100" kern="1200"/>
        </a:p>
        <a:p>
          <a:pPr marL="0" lvl="0" indent="0" algn="ctr" defTabSz="488950">
            <a:lnSpc>
              <a:spcPct val="90000"/>
            </a:lnSpc>
            <a:spcBef>
              <a:spcPct val="0"/>
            </a:spcBef>
            <a:spcAft>
              <a:spcPct val="35000"/>
            </a:spcAft>
            <a:buNone/>
          </a:pPr>
          <a:r>
            <a:rPr kumimoji="1" lang="en-US" altLang="ja-JP" sz="1100" kern="1200"/>
            <a:t>CA</a:t>
          </a:r>
          <a:r>
            <a:rPr kumimoji="1" lang="ja-JP" altLang="en-US" sz="1100" kern="1200"/>
            <a:t>アサイン要否</a:t>
          </a:r>
        </a:p>
      </dsp:txBody>
      <dsp:txXfrm>
        <a:off x="2213143" y="1878166"/>
        <a:ext cx="1515703" cy="734985"/>
      </dsp:txXfrm>
    </dsp:sp>
    <dsp:sp modelId="{E557C053-1C2E-4289-8BA3-00E506E87904}">
      <dsp:nvSpPr>
        <dsp:cNvPr id="0" name=""/>
        <dsp:cNvSpPr/>
      </dsp:nvSpPr>
      <dsp:spPr>
        <a:xfrm rot="18289469">
          <a:off x="3517149" y="1781102"/>
          <a:ext cx="1093701" cy="31289"/>
        </a:xfrm>
        <a:custGeom>
          <a:avLst/>
          <a:gdLst/>
          <a:ahLst/>
          <a:cxnLst/>
          <a:rect l="0" t="0" r="0" b="0"/>
          <a:pathLst>
            <a:path>
              <a:moveTo>
                <a:pt x="0" y="15644"/>
              </a:moveTo>
              <a:lnTo>
                <a:pt x="1093701" y="15644"/>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4036657" y="1769404"/>
        <a:ext cx="54685" cy="54685"/>
      </dsp:txXfrm>
    </dsp:sp>
    <dsp:sp modelId="{692A89E7-159E-43F2-B126-7E8D36E45CC0}">
      <dsp:nvSpPr>
        <dsp:cNvPr id="0" name=""/>
        <dsp:cNvSpPr/>
      </dsp:nvSpPr>
      <dsp:spPr>
        <a:xfrm>
          <a:off x="4376287" y="957475"/>
          <a:ext cx="1561435" cy="78071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t>CA</a:t>
          </a:r>
          <a:r>
            <a:rPr kumimoji="1" lang="ja-JP" altLang="en-US" sz="1100" kern="1200"/>
            <a:t>アサイン希望</a:t>
          </a:r>
        </a:p>
      </dsp:txBody>
      <dsp:txXfrm>
        <a:off x="4399153" y="980341"/>
        <a:ext cx="1515703" cy="734985"/>
      </dsp:txXfrm>
    </dsp:sp>
    <dsp:sp modelId="{BE3FA179-354B-4C97-9136-558C2F2397A3}">
      <dsp:nvSpPr>
        <dsp:cNvPr id="0" name=""/>
        <dsp:cNvSpPr/>
      </dsp:nvSpPr>
      <dsp:spPr>
        <a:xfrm>
          <a:off x="5937722" y="1332189"/>
          <a:ext cx="624574" cy="31289"/>
        </a:xfrm>
        <a:custGeom>
          <a:avLst/>
          <a:gdLst/>
          <a:ahLst/>
          <a:cxnLst/>
          <a:rect l="0" t="0" r="0" b="0"/>
          <a:pathLst>
            <a:path>
              <a:moveTo>
                <a:pt x="0" y="15644"/>
              </a:moveTo>
              <a:lnTo>
                <a:pt x="624574" y="15644"/>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6234394" y="1332219"/>
        <a:ext cx="31228" cy="31228"/>
      </dsp:txXfrm>
    </dsp:sp>
    <dsp:sp modelId="{B1BB3C2E-F607-4E84-85D1-681CDBF5E8AD}">
      <dsp:nvSpPr>
        <dsp:cNvPr id="0" name=""/>
        <dsp:cNvSpPr/>
      </dsp:nvSpPr>
      <dsp:spPr>
        <a:xfrm>
          <a:off x="6562296" y="957475"/>
          <a:ext cx="1561435" cy="780717"/>
        </a:xfrm>
        <a:prstGeom prst="roundRect">
          <a:avLst>
            <a:gd name="adj" fmla="val 10000"/>
          </a:avLst>
        </a:prstGeom>
        <a:solidFill>
          <a:schemeClr val="dk2">
            <a:hueOff val="0"/>
            <a:satOff val="0"/>
            <a:lumOff val="0"/>
            <a:alphaOff val="0"/>
          </a:schemeClr>
        </a:solidFill>
        <a:ln w="571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t>HCS</a:t>
          </a:r>
          <a:r>
            <a:rPr kumimoji="1" lang="ja-JP" altLang="en-US" sz="1100" kern="1200"/>
            <a:t>移管</a:t>
          </a:r>
        </a:p>
      </dsp:txBody>
      <dsp:txXfrm>
        <a:off x="6585162" y="980341"/>
        <a:ext cx="1515703" cy="734985"/>
      </dsp:txXfrm>
    </dsp:sp>
    <dsp:sp modelId="{273C8B9F-F7C6-4237-9967-66F512AE5F4C}">
      <dsp:nvSpPr>
        <dsp:cNvPr id="0" name=""/>
        <dsp:cNvSpPr/>
      </dsp:nvSpPr>
      <dsp:spPr>
        <a:xfrm>
          <a:off x="3751712" y="2230014"/>
          <a:ext cx="624574" cy="31289"/>
        </a:xfrm>
        <a:custGeom>
          <a:avLst/>
          <a:gdLst/>
          <a:ahLst/>
          <a:cxnLst/>
          <a:rect l="0" t="0" r="0" b="0"/>
          <a:pathLst>
            <a:path>
              <a:moveTo>
                <a:pt x="0" y="15644"/>
              </a:moveTo>
              <a:lnTo>
                <a:pt x="624574" y="15644"/>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4048385" y="2230045"/>
        <a:ext cx="31228" cy="31228"/>
      </dsp:txXfrm>
    </dsp:sp>
    <dsp:sp modelId="{D43708EC-DD11-44A7-B3E1-70A2C6154785}">
      <dsp:nvSpPr>
        <dsp:cNvPr id="0" name=""/>
        <dsp:cNvSpPr/>
      </dsp:nvSpPr>
      <dsp:spPr>
        <a:xfrm>
          <a:off x="4376287" y="1855300"/>
          <a:ext cx="1561435" cy="78071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t>CA</a:t>
          </a:r>
          <a:r>
            <a:rPr kumimoji="1" lang="ja-JP" altLang="en-US" sz="1100" kern="1200"/>
            <a:t>アサイン不要</a:t>
          </a:r>
        </a:p>
      </dsp:txBody>
      <dsp:txXfrm>
        <a:off x="4399153" y="1878166"/>
        <a:ext cx="1515703" cy="734985"/>
      </dsp:txXfrm>
    </dsp:sp>
    <dsp:sp modelId="{4FCE21F2-F85D-461E-990A-285917C40F49}">
      <dsp:nvSpPr>
        <dsp:cNvPr id="0" name=""/>
        <dsp:cNvSpPr/>
      </dsp:nvSpPr>
      <dsp:spPr>
        <a:xfrm>
          <a:off x="5937722" y="2230014"/>
          <a:ext cx="624574" cy="31289"/>
        </a:xfrm>
        <a:custGeom>
          <a:avLst/>
          <a:gdLst/>
          <a:ahLst/>
          <a:cxnLst/>
          <a:rect l="0" t="0" r="0" b="0"/>
          <a:pathLst>
            <a:path>
              <a:moveTo>
                <a:pt x="0" y="15644"/>
              </a:moveTo>
              <a:lnTo>
                <a:pt x="624574" y="15644"/>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6234394" y="2230045"/>
        <a:ext cx="31228" cy="31228"/>
      </dsp:txXfrm>
    </dsp:sp>
    <dsp:sp modelId="{C0F1EAAA-51F4-42BE-9406-4D7DD59BCF20}">
      <dsp:nvSpPr>
        <dsp:cNvPr id="0" name=""/>
        <dsp:cNvSpPr/>
      </dsp:nvSpPr>
      <dsp:spPr>
        <a:xfrm>
          <a:off x="6562296" y="1855300"/>
          <a:ext cx="1561435" cy="78071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t>全社</a:t>
          </a:r>
          <a:r>
            <a:rPr kumimoji="1" lang="en-US" altLang="ja-JP" sz="1100" kern="1200"/>
            <a:t>DB</a:t>
          </a:r>
          <a:endParaRPr kumimoji="1" lang="ja-JP" altLang="en-US" sz="1100" kern="1200"/>
        </a:p>
      </dsp:txBody>
      <dsp:txXfrm>
        <a:off x="6585162" y="1878166"/>
        <a:ext cx="1515703" cy="734985"/>
      </dsp:txXfrm>
    </dsp:sp>
    <dsp:sp modelId="{88D1766B-65D0-43BD-8C1F-4B18FBEEA889}">
      <dsp:nvSpPr>
        <dsp:cNvPr id="0" name=""/>
        <dsp:cNvSpPr/>
      </dsp:nvSpPr>
      <dsp:spPr>
        <a:xfrm rot="3310531">
          <a:off x="3517149" y="2678927"/>
          <a:ext cx="1093701" cy="31289"/>
        </a:xfrm>
        <a:custGeom>
          <a:avLst/>
          <a:gdLst/>
          <a:ahLst/>
          <a:cxnLst/>
          <a:rect l="0" t="0" r="0" b="0"/>
          <a:pathLst>
            <a:path>
              <a:moveTo>
                <a:pt x="0" y="15644"/>
              </a:moveTo>
              <a:lnTo>
                <a:pt x="1093701" y="15644"/>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4036657" y="2667229"/>
        <a:ext cx="54685" cy="54685"/>
      </dsp:txXfrm>
    </dsp:sp>
    <dsp:sp modelId="{936C92A8-881B-43BA-8733-70585484AFFA}">
      <dsp:nvSpPr>
        <dsp:cNvPr id="0" name=""/>
        <dsp:cNvSpPr/>
      </dsp:nvSpPr>
      <dsp:spPr>
        <a:xfrm>
          <a:off x="4376287" y="2753125"/>
          <a:ext cx="1561435" cy="78071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t>期日まで返信なし</a:t>
          </a:r>
        </a:p>
      </dsp:txBody>
      <dsp:txXfrm>
        <a:off x="4399153" y="2775991"/>
        <a:ext cx="1515703" cy="734985"/>
      </dsp:txXfrm>
    </dsp:sp>
    <dsp:sp modelId="{A880205F-98A3-4D89-8F15-2765A6B42A8D}">
      <dsp:nvSpPr>
        <dsp:cNvPr id="0" name=""/>
        <dsp:cNvSpPr/>
      </dsp:nvSpPr>
      <dsp:spPr>
        <a:xfrm>
          <a:off x="5937722" y="3127840"/>
          <a:ext cx="624574" cy="31289"/>
        </a:xfrm>
        <a:custGeom>
          <a:avLst/>
          <a:gdLst/>
          <a:ahLst/>
          <a:cxnLst/>
          <a:rect l="0" t="0" r="0" b="0"/>
          <a:pathLst>
            <a:path>
              <a:moveTo>
                <a:pt x="0" y="15644"/>
              </a:moveTo>
              <a:lnTo>
                <a:pt x="624574" y="15644"/>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6234394" y="3127870"/>
        <a:ext cx="31228" cy="31228"/>
      </dsp:txXfrm>
    </dsp:sp>
    <dsp:sp modelId="{D9942AA6-4810-4601-8A6B-64F81766CC63}">
      <dsp:nvSpPr>
        <dsp:cNvPr id="0" name=""/>
        <dsp:cNvSpPr/>
      </dsp:nvSpPr>
      <dsp:spPr>
        <a:xfrm>
          <a:off x="6562296" y="2753125"/>
          <a:ext cx="1561435" cy="78071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t>全社</a:t>
          </a:r>
          <a:r>
            <a:rPr kumimoji="1" lang="en-US" altLang="ja-JP" sz="1100" kern="1200"/>
            <a:t>DB</a:t>
          </a:r>
          <a:endParaRPr kumimoji="1" lang="ja-JP" altLang="en-US" sz="1100" kern="1200"/>
        </a:p>
      </dsp:txBody>
      <dsp:txXfrm>
        <a:off x="6585162" y="2775991"/>
        <a:ext cx="1515703" cy="7349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7B3A9-5246-4B0E-A820-3DB695FD3C31}">
      <dsp:nvSpPr>
        <dsp:cNvPr id="0" name=""/>
        <dsp:cNvSpPr/>
      </dsp:nvSpPr>
      <dsp:spPr>
        <a:xfrm>
          <a:off x="3213" y="1521533"/>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スカウト返信</a:t>
          </a:r>
          <a:r>
            <a:rPr kumimoji="1" lang="en-US" altLang="ja-JP" sz="1100" kern="1200">
              <a:latin typeface="+mj-ea"/>
              <a:ea typeface="+mj-ea"/>
            </a:rPr>
            <a:t>CS</a:t>
          </a:r>
          <a:endParaRPr kumimoji="1" lang="ja-JP" altLang="en-US" sz="1100" kern="1200">
            <a:latin typeface="+mj-ea"/>
            <a:ea typeface="+mj-ea"/>
          </a:endParaRPr>
        </a:p>
      </dsp:txBody>
      <dsp:txXfrm>
        <a:off x="21551" y="1539871"/>
        <a:ext cx="1215566" cy="589445"/>
      </dsp:txXfrm>
    </dsp:sp>
    <dsp:sp modelId="{9457F93D-4C26-46C6-B68D-FDB8F7C49D88}">
      <dsp:nvSpPr>
        <dsp:cNvPr id="0" name=""/>
        <dsp:cNvSpPr/>
      </dsp:nvSpPr>
      <dsp:spPr>
        <a:xfrm rot="17945813">
          <a:off x="990883" y="1372703"/>
          <a:ext cx="1030042" cy="23730"/>
        </a:xfrm>
        <a:custGeom>
          <a:avLst/>
          <a:gdLst/>
          <a:ahLst/>
          <a:cxnLst/>
          <a:rect l="0" t="0" r="0" b="0"/>
          <a:pathLst>
            <a:path>
              <a:moveTo>
                <a:pt x="0" y="11865"/>
              </a:moveTo>
              <a:lnTo>
                <a:pt x="1030042" y="1186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1480153" y="1358817"/>
        <a:ext cx="51502" cy="51502"/>
      </dsp:txXfrm>
    </dsp:sp>
    <dsp:sp modelId="{A207238F-6A11-4838-8B03-2833087F197C}">
      <dsp:nvSpPr>
        <dsp:cNvPr id="0" name=""/>
        <dsp:cNvSpPr/>
      </dsp:nvSpPr>
      <dsp:spPr>
        <a:xfrm>
          <a:off x="1756353" y="621483"/>
          <a:ext cx="1252242" cy="626121"/>
        </a:xfrm>
        <a:prstGeom prst="roundRect">
          <a:avLst>
            <a:gd name="adj" fmla="val 10000"/>
          </a:avLst>
        </a:prstGeom>
        <a:solidFill>
          <a:schemeClr val="tx2">
            <a:lumMod val="40000"/>
            <a:lumOff val="6000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latin typeface="+mj-ea"/>
              <a:ea typeface="+mj-ea"/>
            </a:rPr>
            <a:t>WHD</a:t>
          </a:r>
          <a:endParaRPr kumimoji="1" lang="ja-JP" altLang="en-US" sz="1100" kern="1200">
            <a:latin typeface="+mj-ea"/>
            <a:ea typeface="+mj-ea"/>
          </a:endParaRPr>
        </a:p>
      </dsp:txBody>
      <dsp:txXfrm>
        <a:off x="1774691" y="639821"/>
        <a:ext cx="1215566" cy="589445"/>
      </dsp:txXfrm>
    </dsp:sp>
    <dsp:sp modelId="{073B4636-A0B3-4074-B50C-E8B8DCE1A7AB}">
      <dsp:nvSpPr>
        <dsp:cNvPr id="0" name=""/>
        <dsp:cNvSpPr/>
      </dsp:nvSpPr>
      <dsp:spPr>
        <a:xfrm>
          <a:off x="3008595" y="922678"/>
          <a:ext cx="500897" cy="23730"/>
        </a:xfrm>
        <a:custGeom>
          <a:avLst/>
          <a:gdLst/>
          <a:ahLst/>
          <a:cxnLst/>
          <a:rect l="0" t="0" r="0" b="0"/>
          <a:pathLst>
            <a:path>
              <a:moveTo>
                <a:pt x="0" y="11865"/>
              </a:moveTo>
              <a:lnTo>
                <a:pt x="500897"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3246522" y="922021"/>
        <a:ext cx="25044" cy="25044"/>
      </dsp:txXfrm>
    </dsp:sp>
    <dsp:sp modelId="{C8C4FEFD-8EE1-4DCF-8D5F-3EAD203BF047}">
      <dsp:nvSpPr>
        <dsp:cNvPr id="0" name=""/>
        <dsp:cNvSpPr/>
      </dsp:nvSpPr>
      <dsp:spPr>
        <a:xfrm>
          <a:off x="3509493" y="621483"/>
          <a:ext cx="1252242" cy="626121"/>
        </a:xfrm>
        <a:prstGeom prst="roundRect">
          <a:avLst>
            <a:gd name="adj" fmla="val 10000"/>
          </a:avLst>
        </a:prstGeom>
        <a:solidFill>
          <a:schemeClr val="tx2">
            <a:lumMod val="40000"/>
            <a:lumOff val="6000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latin typeface="+mj-ea"/>
              <a:ea typeface="+mj-ea"/>
            </a:rPr>
            <a:t>HG</a:t>
          </a:r>
          <a:r>
            <a:rPr kumimoji="1" lang="ja-JP" altLang="en-US" sz="1100" kern="1200">
              <a:latin typeface="+mj-ea"/>
              <a:ea typeface="+mj-ea"/>
            </a:rPr>
            <a:t>対応のみ</a:t>
          </a:r>
          <a:endParaRPr kumimoji="1" lang="en-US" altLang="ja-JP" sz="1100" kern="1200">
            <a:latin typeface="+mj-ea"/>
            <a:ea typeface="+mj-ea"/>
          </a:endParaRPr>
        </a:p>
      </dsp:txBody>
      <dsp:txXfrm>
        <a:off x="3527831" y="639821"/>
        <a:ext cx="1215566" cy="589445"/>
      </dsp:txXfrm>
    </dsp:sp>
    <dsp:sp modelId="{26C18454-F144-49E0-A9F2-C875959C947D}">
      <dsp:nvSpPr>
        <dsp:cNvPr id="0" name=""/>
        <dsp:cNvSpPr/>
      </dsp:nvSpPr>
      <dsp:spPr>
        <a:xfrm rot="3654187">
          <a:off x="990883" y="2272753"/>
          <a:ext cx="1030042" cy="23730"/>
        </a:xfrm>
        <a:custGeom>
          <a:avLst/>
          <a:gdLst/>
          <a:ahLst/>
          <a:cxnLst/>
          <a:rect l="0" t="0" r="0" b="0"/>
          <a:pathLst>
            <a:path>
              <a:moveTo>
                <a:pt x="0" y="11865"/>
              </a:moveTo>
              <a:lnTo>
                <a:pt x="1030042" y="1186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1480153" y="2258867"/>
        <a:ext cx="51502" cy="51502"/>
      </dsp:txXfrm>
    </dsp:sp>
    <dsp:sp modelId="{F06E8572-136F-430B-B7DB-F300206F9D61}">
      <dsp:nvSpPr>
        <dsp:cNvPr id="0" name=""/>
        <dsp:cNvSpPr/>
      </dsp:nvSpPr>
      <dsp:spPr>
        <a:xfrm>
          <a:off x="1756353" y="242158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オーナー</a:t>
          </a:r>
        </a:p>
      </dsp:txBody>
      <dsp:txXfrm>
        <a:off x="1774691" y="2439920"/>
        <a:ext cx="1215566" cy="589445"/>
      </dsp:txXfrm>
    </dsp:sp>
    <dsp:sp modelId="{8256403B-57FC-4F87-A989-2257D204C64D}">
      <dsp:nvSpPr>
        <dsp:cNvPr id="0" name=""/>
        <dsp:cNvSpPr/>
      </dsp:nvSpPr>
      <dsp:spPr>
        <a:xfrm rot="18289469">
          <a:off x="2820480" y="2362758"/>
          <a:ext cx="877128" cy="23730"/>
        </a:xfrm>
        <a:custGeom>
          <a:avLst/>
          <a:gdLst/>
          <a:ahLst/>
          <a:cxnLst/>
          <a:rect l="0" t="0" r="0" b="0"/>
          <a:pathLst>
            <a:path>
              <a:moveTo>
                <a:pt x="0" y="11865"/>
              </a:moveTo>
              <a:lnTo>
                <a:pt x="877128"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3237116" y="2352695"/>
        <a:ext cx="43856" cy="43856"/>
      </dsp:txXfrm>
    </dsp:sp>
    <dsp:sp modelId="{BBA47CEC-085A-4431-8B3A-07A4F454EAC3}">
      <dsp:nvSpPr>
        <dsp:cNvPr id="0" name=""/>
        <dsp:cNvSpPr/>
      </dsp:nvSpPr>
      <dsp:spPr>
        <a:xfrm>
          <a:off x="3509493" y="170154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新規</a:t>
          </a:r>
          <a:r>
            <a:rPr kumimoji="1" lang="en-US" altLang="ja-JP" sz="1100" kern="1200">
              <a:latin typeface="+mj-ea"/>
              <a:ea typeface="+mj-ea"/>
            </a:rPr>
            <a:t>CS</a:t>
          </a:r>
          <a:endParaRPr kumimoji="1" lang="ja-JP" altLang="en-US" sz="1100" kern="1200">
            <a:latin typeface="+mj-ea"/>
            <a:ea typeface="+mj-ea"/>
          </a:endParaRPr>
        </a:p>
      </dsp:txBody>
      <dsp:txXfrm>
        <a:off x="3527831" y="1719880"/>
        <a:ext cx="1215566" cy="589445"/>
      </dsp:txXfrm>
    </dsp:sp>
    <dsp:sp modelId="{CF810B0B-C421-4525-94FE-17752EAFA203}">
      <dsp:nvSpPr>
        <dsp:cNvPr id="0" name=""/>
        <dsp:cNvSpPr/>
      </dsp:nvSpPr>
      <dsp:spPr>
        <a:xfrm>
          <a:off x="4761735" y="2002738"/>
          <a:ext cx="500897" cy="23730"/>
        </a:xfrm>
        <a:custGeom>
          <a:avLst/>
          <a:gdLst/>
          <a:ahLst/>
          <a:cxnLst/>
          <a:rect l="0" t="0" r="0" b="0"/>
          <a:pathLst>
            <a:path>
              <a:moveTo>
                <a:pt x="0" y="11865"/>
              </a:moveTo>
              <a:lnTo>
                <a:pt x="500897"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4999662" y="2002081"/>
        <a:ext cx="25044" cy="25044"/>
      </dsp:txXfrm>
    </dsp:sp>
    <dsp:sp modelId="{6A73314B-4F56-4464-B3B8-22F0E3E70C60}">
      <dsp:nvSpPr>
        <dsp:cNvPr id="0" name=""/>
        <dsp:cNvSpPr/>
      </dsp:nvSpPr>
      <dsp:spPr>
        <a:xfrm>
          <a:off x="5262633" y="170154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latin typeface="+mj-ea"/>
              <a:ea typeface="+mj-ea"/>
            </a:rPr>
            <a:t>F</a:t>
          </a:r>
          <a:r>
            <a:rPr kumimoji="1" lang="ja-JP" altLang="en-US" sz="1100" kern="1200">
              <a:latin typeface="+mj-ea"/>
              <a:ea typeface="+mj-ea"/>
            </a:rPr>
            <a:t>判定</a:t>
          </a:r>
        </a:p>
      </dsp:txBody>
      <dsp:txXfrm>
        <a:off x="5280971" y="1719880"/>
        <a:ext cx="1215566" cy="589445"/>
      </dsp:txXfrm>
    </dsp:sp>
    <dsp:sp modelId="{55D45B7E-A2A0-4421-944A-30BB0333CD26}">
      <dsp:nvSpPr>
        <dsp:cNvPr id="0" name=""/>
        <dsp:cNvSpPr/>
      </dsp:nvSpPr>
      <dsp:spPr>
        <a:xfrm rot="19457599">
          <a:off x="6456896" y="1822728"/>
          <a:ext cx="616856" cy="23730"/>
        </a:xfrm>
        <a:custGeom>
          <a:avLst/>
          <a:gdLst/>
          <a:ahLst/>
          <a:cxnLst/>
          <a:rect l="0" t="0" r="0" b="0"/>
          <a:pathLst>
            <a:path>
              <a:moveTo>
                <a:pt x="0" y="11865"/>
              </a:moveTo>
              <a:lnTo>
                <a:pt x="616856"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6749903" y="1819172"/>
        <a:ext cx="30842" cy="30842"/>
      </dsp:txXfrm>
    </dsp:sp>
    <dsp:sp modelId="{129C3E22-1F75-480E-A8F9-2FD63B757715}">
      <dsp:nvSpPr>
        <dsp:cNvPr id="0" name=""/>
        <dsp:cNvSpPr/>
      </dsp:nvSpPr>
      <dsp:spPr>
        <a:xfrm>
          <a:off x="7015773" y="1341523"/>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スカウト求人以外も提案希望</a:t>
          </a:r>
        </a:p>
      </dsp:txBody>
      <dsp:txXfrm>
        <a:off x="7034111" y="1359861"/>
        <a:ext cx="1215566" cy="589445"/>
      </dsp:txXfrm>
    </dsp:sp>
    <dsp:sp modelId="{8C1D2525-C561-453F-8283-EA7D7241701E}">
      <dsp:nvSpPr>
        <dsp:cNvPr id="0" name=""/>
        <dsp:cNvSpPr/>
      </dsp:nvSpPr>
      <dsp:spPr>
        <a:xfrm>
          <a:off x="8268015" y="1642718"/>
          <a:ext cx="500897" cy="23730"/>
        </a:xfrm>
        <a:custGeom>
          <a:avLst/>
          <a:gdLst/>
          <a:ahLst/>
          <a:cxnLst/>
          <a:rect l="0" t="0" r="0" b="0"/>
          <a:pathLst>
            <a:path>
              <a:moveTo>
                <a:pt x="0" y="11865"/>
              </a:moveTo>
              <a:lnTo>
                <a:pt x="500897"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8505942" y="1642061"/>
        <a:ext cx="25044" cy="25044"/>
      </dsp:txXfrm>
    </dsp:sp>
    <dsp:sp modelId="{55C1D49F-DABC-4840-ABFD-6AC4878245D3}">
      <dsp:nvSpPr>
        <dsp:cNvPr id="0" name=""/>
        <dsp:cNvSpPr/>
      </dsp:nvSpPr>
      <dsp:spPr>
        <a:xfrm>
          <a:off x="8768913" y="1341523"/>
          <a:ext cx="1252242" cy="626121"/>
        </a:xfrm>
        <a:prstGeom prst="roundRect">
          <a:avLst>
            <a:gd name="adj" fmla="val 10000"/>
          </a:avLst>
        </a:prstGeom>
        <a:solidFill>
          <a:schemeClr val="dk2">
            <a:hueOff val="0"/>
            <a:satOff val="0"/>
            <a:lumOff val="0"/>
            <a:alphaOff val="0"/>
          </a:schemeClr>
        </a:solidFill>
        <a:ln w="571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a:latin typeface="+mj-ea"/>
              <a:ea typeface="+mj-ea"/>
            </a:rPr>
            <a:t>HCS</a:t>
          </a:r>
          <a:endParaRPr kumimoji="1" lang="ja-JP" altLang="en-US" sz="1100" kern="1200">
            <a:latin typeface="+mj-ea"/>
            <a:ea typeface="+mj-ea"/>
          </a:endParaRPr>
        </a:p>
      </dsp:txBody>
      <dsp:txXfrm>
        <a:off x="8787251" y="1359861"/>
        <a:ext cx="1215566" cy="589445"/>
      </dsp:txXfrm>
    </dsp:sp>
    <dsp:sp modelId="{9DB10A86-67A3-4D3A-94A6-1C53CDA4B080}">
      <dsp:nvSpPr>
        <dsp:cNvPr id="0" name=""/>
        <dsp:cNvSpPr/>
      </dsp:nvSpPr>
      <dsp:spPr>
        <a:xfrm rot="2142401">
          <a:off x="6456896" y="2182748"/>
          <a:ext cx="616856" cy="23730"/>
        </a:xfrm>
        <a:custGeom>
          <a:avLst/>
          <a:gdLst/>
          <a:ahLst/>
          <a:cxnLst/>
          <a:rect l="0" t="0" r="0" b="0"/>
          <a:pathLst>
            <a:path>
              <a:moveTo>
                <a:pt x="0" y="11865"/>
              </a:moveTo>
              <a:lnTo>
                <a:pt x="616856"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6749903" y="2179192"/>
        <a:ext cx="30842" cy="30842"/>
      </dsp:txXfrm>
    </dsp:sp>
    <dsp:sp modelId="{99640A0C-6348-4F81-A7E5-2C5E453B363D}">
      <dsp:nvSpPr>
        <dsp:cNvPr id="0" name=""/>
        <dsp:cNvSpPr/>
      </dsp:nvSpPr>
      <dsp:spPr>
        <a:xfrm>
          <a:off x="7015773" y="206156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スカウト求人のみ希望</a:t>
          </a:r>
        </a:p>
      </dsp:txBody>
      <dsp:txXfrm>
        <a:off x="7034111" y="2079900"/>
        <a:ext cx="1215566" cy="589445"/>
      </dsp:txXfrm>
    </dsp:sp>
    <dsp:sp modelId="{8F3F9015-D460-422F-B13B-FE4FD6AD3E6A}">
      <dsp:nvSpPr>
        <dsp:cNvPr id="0" name=""/>
        <dsp:cNvSpPr/>
      </dsp:nvSpPr>
      <dsp:spPr>
        <a:xfrm>
          <a:off x="8268015" y="2362758"/>
          <a:ext cx="500897" cy="23730"/>
        </a:xfrm>
        <a:custGeom>
          <a:avLst/>
          <a:gdLst/>
          <a:ahLst/>
          <a:cxnLst/>
          <a:rect l="0" t="0" r="0" b="0"/>
          <a:pathLst>
            <a:path>
              <a:moveTo>
                <a:pt x="0" y="11865"/>
              </a:moveTo>
              <a:lnTo>
                <a:pt x="500897"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8505942" y="2362101"/>
        <a:ext cx="25044" cy="25044"/>
      </dsp:txXfrm>
    </dsp:sp>
    <dsp:sp modelId="{1DEF1932-1D6C-4A07-9DDD-469DE4B2733E}">
      <dsp:nvSpPr>
        <dsp:cNvPr id="0" name=""/>
        <dsp:cNvSpPr/>
      </dsp:nvSpPr>
      <dsp:spPr>
        <a:xfrm>
          <a:off x="8768913" y="206156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全社</a:t>
          </a:r>
          <a:r>
            <a:rPr kumimoji="1" lang="en-US" altLang="ja-JP" sz="1100" kern="1200">
              <a:latin typeface="+mj-ea"/>
              <a:ea typeface="+mj-ea"/>
            </a:rPr>
            <a:t>DB</a:t>
          </a:r>
          <a:endParaRPr kumimoji="1" lang="ja-JP" altLang="en-US" sz="1100" kern="1200">
            <a:latin typeface="+mj-ea"/>
            <a:ea typeface="+mj-ea"/>
          </a:endParaRPr>
        </a:p>
      </dsp:txBody>
      <dsp:txXfrm>
        <a:off x="8787251" y="2079900"/>
        <a:ext cx="1215566" cy="589445"/>
      </dsp:txXfrm>
    </dsp:sp>
    <dsp:sp modelId="{BDF40A5F-2538-4B9A-A53C-6B9BCF7EA2A5}">
      <dsp:nvSpPr>
        <dsp:cNvPr id="0" name=""/>
        <dsp:cNvSpPr/>
      </dsp:nvSpPr>
      <dsp:spPr>
        <a:xfrm rot="3310531">
          <a:off x="2820480" y="3082797"/>
          <a:ext cx="877128" cy="23730"/>
        </a:xfrm>
        <a:custGeom>
          <a:avLst/>
          <a:gdLst/>
          <a:ahLst/>
          <a:cxnLst/>
          <a:rect l="0" t="0" r="0" b="0"/>
          <a:pathLst>
            <a:path>
              <a:moveTo>
                <a:pt x="0" y="11865"/>
              </a:moveTo>
              <a:lnTo>
                <a:pt x="877128"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3237116" y="3072734"/>
        <a:ext cx="43856" cy="43856"/>
      </dsp:txXfrm>
    </dsp:sp>
    <dsp:sp modelId="{E6F39DC7-076A-43F3-91B6-C88D9CB2CFFC}">
      <dsp:nvSpPr>
        <dsp:cNvPr id="0" name=""/>
        <dsp:cNvSpPr/>
      </dsp:nvSpPr>
      <dsp:spPr>
        <a:xfrm>
          <a:off x="3509493" y="314162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全社</a:t>
          </a:r>
          <a:r>
            <a:rPr kumimoji="1" lang="en-US" altLang="ja-JP" sz="1100" kern="1200">
              <a:latin typeface="+mj-ea"/>
              <a:ea typeface="+mj-ea"/>
            </a:rPr>
            <a:t>DB</a:t>
          </a:r>
          <a:r>
            <a:rPr kumimoji="1" lang="ja-JP" altLang="en-US" sz="1100" kern="1200">
              <a:latin typeface="+mj-ea"/>
              <a:ea typeface="+mj-ea"/>
            </a:rPr>
            <a:t>起き上がり</a:t>
          </a:r>
          <a:r>
            <a:rPr kumimoji="1" lang="en-US" altLang="ja-JP" sz="1100" kern="1200">
              <a:latin typeface="+mj-ea"/>
              <a:ea typeface="+mj-ea"/>
            </a:rPr>
            <a:t>CS</a:t>
          </a:r>
          <a:endParaRPr kumimoji="1" lang="ja-JP" altLang="en-US" sz="1100" kern="1200">
            <a:latin typeface="+mj-ea"/>
            <a:ea typeface="+mj-ea"/>
          </a:endParaRPr>
        </a:p>
      </dsp:txBody>
      <dsp:txXfrm>
        <a:off x="3527831" y="3159960"/>
        <a:ext cx="1215566" cy="589445"/>
      </dsp:txXfrm>
    </dsp:sp>
    <dsp:sp modelId="{59443D2C-7CB8-4F1F-96D8-771F4E1792DC}">
      <dsp:nvSpPr>
        <dsp:cNvPr id="0" name=""/>
        <dsp:cNvSpPr/>
      </dsp:nvSpPr>
      <dsp:spPr>
        <a:xfrm rot="19457599">
          <a:off x="4703756" y="3262807"/>
          <a:ext cx="616856" cy="23730"/>
        </a:xfrm>
        <a:custGeom>
          <a:avLst/>
          <a:gdLst/>
          <a:ahLst/>
          <a:cxnLst/>
          <a:rect l="0" t="0" r="0" b="0"/>
          <a:pathLst>
            <a:path>
              <a:moveTo>
                <a:pt x="0" y="11865"/>
              </a:moveTo>
              <a:lnTo>
                <a:pt x="616856"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latin typeface="+mj-ea"/>
            <a:ea typeface="+mj-ea"/>
          </a:endParaRPr>
        </a:p>
      </dsp:txBody>
      <dsp:txXfrm>
        <a:off x="4996763" y="3259251"/>
        <a:ext cx="30842" cy="30842"/>
      </dsp:txXfrm>
    </dsp:sp>
    <dsp:sp modelId="{9D6B252E-7054-44AF-9252-0F779F21E87A}">
      <dsp:nvSpPr>
        <dsp:cNvPr id="0" name=""/>
        <dsp:cNvSpPr/>
      </dsp:nvSpPr>
      <dsp:spPr>
        <a:xfrm>
          <a:off x="5262633" y="278160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スカウト求人以外も提案希望</a:t>
          </a:r>
          <a:endParaRPr kumimoji="1" lang="en-US" altLang="ja-JP" sz="1100" kern="1200">
            <a:latin typeface="+mj-ea"/>
            <a:ea typeface="+mj-ea"/>
          </a:endParaRPr>
        </a:p>
      </dsp:txBody>
      <dsp:txXfrm>
        <a:off x="5280971" y="2799940"/>
        <a:ext cx="1215566" cy="589445"/>
      </dsp:txXfrm>
    </dsp:sp>
    <dsp:sp modelId="{76E8C44D-5483-484B-8616-BADC9DEA8C5F}">
      <dsp:nvSpPr>
        <dsp:cNvPr id="0" name=""/>
        <dsp:cNvSpPr/>
      </dsp:nvSpPr>
      <dsp:spPr>
        <a:xfrm>
          <a:off x="6514875" y="3082797"/>
          <a:ext cx="500897" cy="23730"/>
        </a:xfrm>
        <a:custGeom>
          <a:avLst/>
          <a:gdLst/>
          <a:ahLst/>
          <a:cxnLst/>
          <a:rect l="0" t="0" r="0" b="0"/>
          <a:pathLst>
            <a:path>
              <a:moveTo>
                <a:pt x="0" y="11865"/>
              </a:moveTo>
              <a:lnTo>
                <a:pt x="500897"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6752802" y="3082140"/>
        <a:ext cx="25044" cy="25044"/>
      </dsp:txXfrm>
    </dsp:sp>
    <dsp:sp modelId="{569BB6E9-4DC7-4E9C-8862-BB54C464322A}">
      <dsp:nvSpPr>
        <dsp:cNvPr id="0" name=""/>
        <dsp:cNvSpPr/>
      </dsp:nvSpPr>
      <dsp:spPr>
        <a:xfrm>
          <a:off x="7015773" y="2781602"/>
          <a:ext cx="1252242" cy="626121"/>
        </a:xfrm>
        <a:prstGeom prst="roundRect">
          <a:avLst>
            <a:gd name="adj" fmla="val 10000"/>
          </a:avLst>
        </a:prstGeom>
        <a:solidFill>
          <a:schemeClr val="dk2">
            <a:hueOff val="0"/>
            <a:satOff val="0"/>
            <a:lumOff val="0"/>
            <a:alphaOff val="0"/>
          </a:schemeClr>
        </a:solidFill>
        <a:ln w="571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kumimoji="1" lang="en-US" altLang="ja-JP" sz="1100" kern="1200">
              <a:latin typeface="+mj-ea"/>
              <a:ea typeface="+mj-ea"/>
            </a:rPr>
            <a:t>HCS</a:t>
          </a:r>
          <a:br>
            <a:rPr kumimoji="1" lang="en-US" altLang="ja-JP" sz="1100" kern="1200">
              <a:latin typeface="+mj-ea"/>
              <a:ea typeface="+mj-ea"/>
            </a:rPr>
          </a:br>
          <a:r>
            <a:rPr kumimoji="1" lang="en-US" altLang="ja-JP" sz="1100" kern="1200">
              <a:latin typeface="+mj-ea"/>
              <a:ea typeface="+mj-ea"/>
            </a:rPr>
            <a:t>（3Q以降）</a:t>
          </a:r>
        </a:p>
      </dsp:txBody>
      <dsp:txXfrm>
        <a:off x="7034111" y="2799940"/>
        <a:ext cx="1215566" cy="589445"/>
      </dsp:txXfrm>
    </dsp:sp>
    <dsp:sp modelId="{451552A6-664B-4E9C-B128-D12629D0675D}">
      <dsp:nvSpPr>
        <dsp:cNvPr id="0" name=""/>
        <dsp:cNvSpPr/>
      </dsp:nvSpPr>
      <dsp:spPr>
        <a:xfrm rot="2142401">
          <a:off x="4703756" y="3622827"/>
          <a:ext cx="616856" cy="23730"/>
        </a:xfrm>
        <a:custGeom>
          <a:avLst/>
          <a:gdLst/>
          <a:ahLst/>
          <a:cxnLst/>
          <a:rect l="0" t="0" r="0" b="0"/>
          <a:pathLst>
            <a:path>
              <a:moveTo>
                <a:pt x="0" y="11865"/>
              </a:moveTo>
              <a:lnTo>
                <a:pt x="616856"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4996763" y="3619271"/>
        <a:ext cx="30842" cy="30842"/>
      </dsp:txXfrm>
    </dsp:sp>
    <dsp:sp modelId="{725F111F-43B8-418F-8644-E41EFB8994C3}">
      <dsp:nvSpPr>
        <dsp:cNvPr id="0" name=""/>
        <dsp:cNvSpPr/>
      </dsp:nvSpPr>
      <dsp:spPr>
        <a:xfrm>
          <a:off x="5262633" y="350164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スカウト求人のみ希望</a:t>
          </a:r>
          <a:endParaRPr kumimoji="1" lang="en-US" altLang="ja-JP" sz="1100" kern="1200">
            <a:latin typeface="+mj-ea"/>
            <a:ea typeface="+mj-ea"/>
          </a:endParaRPr>
        </a:p>
      </dsp:txBody>
      <dsp:txXfrm>
        <a:off x="5280971" y="3519980"/>
        <a:ext cx="1215566" cy="589445"/>
      </dsp:txXfrm>
    </dsp:sp>
    <dsp:sp modelId="{1330D027-6B46-469C-8545-00CEC48E0A78}">
      <dsp:nvSpPr>
        <dsp:cNvPr id="0" name=""/>
        <dsp:cNvSpPr/>
      </dsp:nvSpPr>
      <dsp:spPr>
        <a:xfrm>
          <a:off x="6514875" y="3802837"/>
          <a:ext cx="500897" cy="23730"/>
        </a:xfrm>
        <a:custGeom>
          <a:avLst/>
          <a:gdLst/>
          <a:ahLst/>
          <a:cxnLst/>
          <a:rect l="0" t="0" r="0" b="0"/>
          <a:pathLst>
            <a:path>
              <a:moveTo>
                <a:pt x="0" y="11865"/>
              </a:moveTo>
              <a:lnTo>
                <a:pt x="500897" y="1186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6752802" y="3802180"/>
        <a:ext cx="25044" cy="25044"/>
      </dsp:txXfrm>
    </dsp:sp>
    <dsp:sp modelId="{649BA9ED-30C8-4C91-900F-E8EB7093AD59}">
      <dsp:nvSpPr>
        <dsp:cNvPr id="0" name=""/>
        <dsp:cNvSpPr/>
      </dsp:nvSpPr>
      <dsp:spPr>
        <a:xfrm>
          <a:off x="7015773" y="3501642"/>
          <a:ext cx="1252242" cy="62612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kumimoji="1" lang="ja-JP" altLang="en-US" sz="1100" kern="1200">
              <a:latin typeface="+mj-ea"/>
              <a:ea typeface="+mj-ea"/>
            </a:rPr>
            <a:t>全社</a:t>
          </a:r>
          <a:r>
            <a:rPr kumimoji="1" lang="en-US" altLang="ja-JP" sz="1100" kern="1200">
              <a:latin typeface="+mj-ea"/>
              <a:ea typeface="+mj-ea"/>
            </a:rPr>
            <a:t>DB</a:t>
          </a:r>
          <a:r>
            <a:rPr kumimoji="1" lang="ja-JP" altLang="en-US" sz="1100" kern="1200">
              <a:latin typeface="+mj-ea"/>
              <a:ea typeface="+mj-ea"/>
            </a:rPr>
            <a:t>まま</a:t>
          </a:r>
          <a:endParaRPr kumimoji="1" lang="en-US" altLang="ja-JP" sz="1100" kern="1200">
            <a:latin typeface="+mj-ea"/>
            <a:ea typeface="+mj-ea"/>
          </a:endParaRPr>
        </a:p>
      </dsp:txBody>
      <dsp:txXfrm>
        <a:off x="7034111" y="3519980"/>
        <a:ext cx="1215566" cy="5894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7B3A9-5246-4B0E-A820-3DB695FD3C31}">
      <dsp:nvSpPr>
        <dsp:cNvPr id="0" name=""/>
        <dsp:cNvSpPr/>
      </dsp:nvSpPr>
      <dsp:spPr>
        <a:xfrm>
          <a:off x="554974" y="873218"/>
          <a:ext cx="1012202" cy="5061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ja-JP" altLang="en-US" sz="1000" kern="1200"/>
            <a:t>オーナー</a:t>
          </a:r>
          <a:r>
            <a:rPr kumimoji="1" lang="en-US" altLang="ja-JP" sz="1000" kern="1200"/>
            <a:t>CS</a:t>
          </a:r>
        </a:p>
      </dsp:txBody>
      <dsp:txXfrm>
        <a:off x="569797" y="888041"/>
        <a:ext cx="982556" cy="476455"/>
      </dsp:txXfrm>
    </dsp:sp>
    <dsp:sp modelId="{475787C1-930B-452F-B179-D4E7254F67F5}">
      <dsp:nvSpPr>
        <dsp:cNvPr id="0" name=""/>
        <dsp:cNvSpPr/>
      </dsp:nvSpPr>
      <dsp:spPr>
        <a:xfrm rot="17692822">
          <a:off x="1288446" y="671849"/>
          <a:ext cx="962340" cy="35815"/>
        </a:xfrm>
        <a:custGeom>
          <a:avLst/>
          <a:gdLst/>
          <a:ahLst/>
          <a:cxnLst/>
          <a:rect l="0" t="0" r="0" b="0"/>
          <a:pathLst>
            <a:path>
              <a:moveTo>
                <a:pt x="0" y="17907"/>
              </a:moveTo>
              <a:lnTo>
                <a:pt x="962340" y="17907"/>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1745558" y="665698"/>
        <a:ext cx="48117" cy="48117"/>
      </dsp:txXfrm>
    </dsp:sp>
    <dsp:sp modelId="{853D0301-AFED-4DF5-8FFB-D9E6867CC273}">
      <dsp:nvSpPr>
        <dsp:cNvPr id="0" name=""/>
        <dsp:cNvSpPr/>
      </dsp:nvSpPr>
      <dsp:spPr>
        <a:xfrm>
          <a:off x="1972057" y="194"/>
          <a:ext cx="1012202" cy="5061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t>HG</a:t>
          </a:r>
          <a:r>
            <a:rPr kumimoji="1" lang="ja-JP" altLang="en-US" sz="1000" kern="1200"/>
            <a:t>両面決定</a:t>
          </a:r>
          <a:endParaRPr kumimoji="1" lang="en-US" altLang="ja-JP" sz="1000" kern="1200"/>
        </a:p>
        <a:p>
          <a:pPr marL="0" lvl="0" indent="0" algn="ctr" defTabSz="444500">
            <a:lnSpc>
              <a:spcPct val="90000"/>
            </a:lnSpc>
            <a:spcBef>
              <a:spcPct val="0"/>
            </a:spcBef>
            <a:spcAft>
              <a:spcPct val="35000"/>
            </a:spcAft>
            <a:buNone/>
          </a:pPr>
          <a:r>
            <a:rPr kumimoji="1" lang="en-US" altLang="ja-JP" sz="1000" kern="1200"/>
            <a:t>19%</a:t>
          </a:r>
        </a:p>
      </dsp:txBody>
      <dsp:txXfrm>
        <a:off x="1986880" y="15017"/>
        <a:ext cx="982556" cy="476455"/>
      </dsp:txXfrm>
    </dsp:sp>
    <dsp:sp modelId="{1E815602-DE96-441B-87A5-F9D5DD46D481}">
      <dsp:nvSpPr>
        <dsp:cNvPr id="0" name=""/>
        <dsp:cNvSpPr/>
      </dsp:nvSpPr>
      <dsp:spPr>
        <a:xfrm rot="19457599">
          <a:off x="1520310" y="962857"/>
          <a:ext cx="498612" cy="35815"/>
        </a:xfrm>
        <a:custGeom>
          <a:avLst/>
          <a:gdLst/>
          <a:ahLst/>
          <a:cxnLst/>
          <a:rect l="0" t="0" r="0" b="0"/>
          <a:pathLst>
            <a:path>
              <a:moveTo>
                <a:pt x="0" y="17907"/>
              </a:moveTo>
              <a:lnTo>
                <a:pt x="498612" y="17907"/>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1757151" y="968299"/>
        <a:ext cx="24930" cy="24930"/>
      </dsp:txXfrm>
    </dsp:sp>
    <dsp:sp modelId="{9F21F131-A622-485F-BC21-FCA9714F8FA0}">
      <dsp:nvSpPr>
        <dsp:cNvPr id="0" name=""/>
        <dsp:cNvSpPr/>
      </dsp:nvSpPr>
      <dsp:spPr>
        <a:xfrm>
          <a:off x="1972057" y="582210"/>
          <a:ext cx="1012202" cy="5061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t>HG</a:t>
          </a:r>
          <a:r>
            <a:rPr kumimoji="1" lang="ja-JP" altLang="en-US" sz="1000" kern="1200"/>
            <a:t>クロス決定</a:t>
          </a:r>
          <a:endParaRPr kumimoji="1" lang="en-US" altLang="ja-JP" sz="1000" kern="1200"/>
        </a:p>
        <a:p>
          <a:pPr marL="0" lvl="0" indent="0" algn="ctr" defTabSz="444500">
            <a:lnSpc>
              <a:spcPct val="90000"/>
            </a:lnSpc>
            <a:spcBef>
              <a:spcPct val="0"/>
            </a:spcBef>
            <a:spcAft>
              <a:spcPct val="35000"/>
            </a:spcAft>
            <a:buNone/>
          </a:pPr>
          <a:r>
            <a:rPr kumimoji="1" lang="en-US" altLang="ja-JP" sz="1000" kern="1200"/>
            <a:t>28%</a:t>
          </a:r>
        </a:p>
      </dsp:txBody>
      <dsp:txXfrm>
        <a:off x="1986880" y="597033"/>
        <a:ext cx="982556" cy="476455"/>
      </dsp:txXfrm>
    </dsp:sp>
    <dsp:sp modelId="{54D4DA80-90FF-4E62-A9E4-8FA56A5778CC}">
      <dsp:nvSpPr>
        <dsp:cNvPr id="0" name=""/>
        <dsp:cNvSpPr/>
      </dsp:nvSpPr>
      <dsp:spPr>
        <a:xfrm rot="19457599">
          <a:off x="2937393" y="671849"/>
          <a:ext cx="498612" cy="35815"/>
        </a:xfrm>
        <a:custGeom>
          <a:avLst/>
          <a:gdLst/>
          <a:ahLst/>
          <a:cxnLst/>
          <a:rect l="0" t="0" r="0" b="0"/>
          <a:pathLst>
            <a:path>
              <a:moveTo>
                <a:pt x="0" y="17907"/>
              </a:moveTo>
              <a:lnTo>
                <a:pt x="498612" y="17907"/>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3174234" y="677291"/>
        <a:ext cx="24930" cy="24930"/>
      </dsp:txXfrm>
    </dsp:sp>
    <dsp:sp modelId="{62EBA46E-3C8D-4885-B7A5-438A79B3FE50}">
      <dsp:nvSpPr>
        <dsp:cNvPr id="0" name=""/>
        <dsp:cNvSpPr/>
      </dsp:nvSpPr>
      <dsp:spPr>
        <a:xfrm>
          <a:off x="3389140" y="291202"/>
          <a:ext cx="1012202" cy="506101"/>
        </a:xfrm>
        <a:prstGeom prst="roundRect">
          <a:avLst>
            <a:gd name="adj" fmla="val 10000"/>
          </a:avLst>
        </a:prstGeom>
        <a:solidFill>
          <a:schemeClr val="dk2">
            <a:hueOff val="0"/>
            <a:satOff val="0"/>
            <a:lumOff val="0"/>
            <a:alphaOff val="0"/>
          </a:schemeClr>
        </a:solidFill>
        <a:ln w="571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t>CO</a:t>
          </a:r>
          <a:r>
            <a:rPr kumimoji="1" lang="ja-JP" altLang="en-US" sz="1000" kern="1200"/>
            <a:t>手マッチ経由</a:t>
          </a:r>
          <a:endParaRPr kumimoji="1" lang="en-US" altLang="ja-JP" sz="1000" kern="1200"/>
        </a:p>
      </dsp:txBody>
      <dsp:txXfrm>
        <a:off x="3403963" y="306025"/>
        <a:ext cx="982556" cy="476455"/>
      </dsp:txXfrm>
    </dsp:sp>
    <dsp:sp modelId="{7202CB22-0431-4770-B0B8-BCE2EB7B85C1}">
      <dsp:nvSpPr>
        <dsp:cNvPr id="0" name=""/>
        <dsp:cNvSpPr/>
      </dsp:nvSpPr>
      <dsp:spPr>
        <a:xfrm rot="2142401">
          <a:off x="2937393" y="962857"/>
          <a:ext cx="498612" cy="35815"/>
        </a:xfrm>
        <a:custGeom>
          <a:avLst/>
          <a:gdLst/>
          <a:ahLst/>
          <a:cxnLst/>
          <a:rect l="0" t="0" r="0" b="0"/>
          <a:pathLst>
            <a:path>
              <a:moveTo>
                <a:pt x="0" y="17907"/>
              </a:moveTo>
              <a:lnTo>
                <a:pt x="498612" y="17907"/>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3174234" y="968299"/>
        <a:ext cx="24930" cy="24930"/>
      </dsp:txXfrm>
    </dsp:sp>
    <dsp:sp modelId="{E94ED375-98AE-4BF5-BE9D-95748DF957EA}">
      <dsp:nvSpPr>
        <dsp:cNvPr id="0" name=""/>
        <dsp:cNvSpPr/>
      </dsp:nvSpPr>
      <dsp:spPr>
        <a:xfrm>
          <a:off x="3389140" y="873218"/>
          <a:ext cx="1012202" cy="5061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t>I2A</a:t>
          </a:r>
          <a:r>
            <a:rPr kumimoji="1" lang="ja-JP" altLang="en-US" sz="1000" kern="1200"/>
            <a:t>経由</a:t>
          </a:r>
          <a:endParaRPr kumimoji="1" lang="en-US" altLang="ja-JP" sz="1000" kern="1200"/>
        </a:p>
      </dsp:txBody>
      <dsp:txXfrm>
        <a:off x="3403963" y="888041"/>
        <a:ext cx="982556" cy="476455"/>
      </dsp:txXfrm>
    </dsp:sp>
    <dsp:sp modelId="{E3552420-391B-4470-B33C-5312DF84CDC0}">
      <dsp:nvSpPr>
        <dsp:cNvPr id="0" name=""/>
        <dsp:cNvSpPr/>
      </dsp:nvSpPr>
      <dsp:spPr>
        <a:xfrm rot="3907178">
          <a:off x="1288446" y="1544873"/>
          <a:ext cx="962340" cy="35815"/>
        </a:xfrm>
        <a:custGeom>
          <a:avLst/>
          <a:gdLst/>
          <a:ahLst/>
          <a:cxnLst/>
          <a:rect l="0" t="0" r="0" b="0"/>
          <a:pathLst>
            <a:path>
              <a:moveTo>
                <a:pt x="0" y="17907"/>
              </a:moveTo>
              <a:lnTo>
                <a:pt x="962340" y="17907"/>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1745558" y="1538722"/>
        <a:ext cx="48117" cy="48117"/>
      </dsp:txXfrm>
    </dsp:sp>
    <dsp:sp modelId="{546DD633-9B21-4179-8E43-03544A86E888}">
      <dsp:nvSpPr>
        <dsp:cNvPr id="0" name=""/>
        <dsp:cNvSpPr/>
      </dsp:nvSpPr>
      <dsp:spPr>
        <a:xfrm>
          <a:off x="1972057" y="1746242"/>
          <a:ext cx="1012202" cy="5061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t>RA</a:t>
          </a:r>
          <a:r>
            <a:rPr kumimoji="1" lang="ja-JP" altLang="en-US" sz="1000" kern="1200"/>
            <a:t>求人決定</a:t>
          </a:r>
          <a:endParaRPr kumimoji="1" lang="en-US" altLang="ja-JP" sz="1000" kern="1200"/>
        </a:p>
        <a:p>
          <a:pPr marL="0" lvl="0" indent="0" algn="ctr" defTabSz="444500">
            <a:lnSpc>
              <a:spcPct val="90000"/>
            </a:lnSpc>
            <a:spcBef>
              <a:spcPct val="0"/>
            </a:spcBef>
            <a:spcAft>
              <a:spcPct val="35000"/>
            </a:spcAft>
            <a:buNone/>
          </a:pPr>
          <a:r>
            <a:rPr kumimoji="1" lang="en-US" altLang="ja-JP" sz="1000" kern="1200"/>
            <a:t>53%</a:t>
          </a:r>
        </a:p>
      </dsp:txBody>
      <dsp:txXfrm>
        <a:off x="1986880" y="1761065"/>
        <a:ext cx="982556" cy="476455"/>
      </dsp:txXfrm>
    </dsp:sp>
    <dsp:sp modelId="{377FA727-807A-4840-9462-D18E49308910}">
      <dsp:nvSpPr>
        <dsp:cNvPr id="0" name=""/>
        <dsp:cNvSpPr/>
      </dsp:nvSpPr>
      <dsp:spPr>
        <a:xfrm rot="19457599">
          <a:off x="2937393" y="1835881"/>
          <a:ext cx="498612" cy="35815"/>
        </a:xfrm>
        <a:custGeom>
          <a:avLst/>
          <a:gdLst/>
          <a:ahLst/>
          <a:cxnLst/>
          <a:rect l="0" t="0" r="0" b="0"/>
          <a:pathLst>
            <a:path>
              <a:moveTo>
                <a:pt x="0" y="17907"/>
              </a:moveTo>
              <a:lnTo>
                <a:pt x="498612" y="17907"/>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3174234" y="1841323"/>
        <a:ext cx="24930" cy="24930"/>
      </dsp:txXfrm>
    </dsp:sp>
    <dsp:sp modelId="{74EA79F4-F450-447E-A935-02DCA1E6BBE9}">
      <dsp:nvSpPr>
        <dsp:cNvPr id="0" name=""/>
        <dsp:cNvSpPr/>
      </dsp:nvSpPr>
      <dsp:spPr>
        <a:xfrm>
          <a:off x="3389140" y="1455234"/>
          <a:ext cx="1012202" cy="5061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t>CO</a:t>
          </a:r>
          <a:r>
            <a:rPr kumimoji="1" lang="ja-JP" altLang="en-US" sz="1000" kern="1200"/>
            <a:t>手マッチ経由</a:t>
          </a:r>
          <a:endParaRPr kumimoji="1" lang="en-US" altLang="ja-JP" sz="1000" kern="1200"/>
        </a:p>
      </dsp:txBody>
      <dsp:txXfrm>
        <a:off x="3403963" y="1470057"/>
        <a:ext cx="982556" cy="476455"/>
      </dsp:txXfrm>
    </dsp:sp>
    <dsp:sp modelId="{15A53296-7E99-4BE0-B615-0166604A67AE}">
      <dsp:nvSpPr>
        <dsp:cNvPr id="0" name=""/>
        <dsp:cNvSpPr/>
      </dsp:nvSpPr>
      <dsp:spPr>
        <a:xfrm rot="2142401">
          <a:off x="2937393" y="2126889"/>
          <a:ext cx="498612" cy="35815"/>
        </a:xfrm>
        <a:custGeom>
          <a:avLst/>
          <a:gdLst/>
          <a:ahLst/>
          <a:cxnLst/>
          <a:rect l="0" t="0" r="0" b="0"/>
          <a:pathLst>
            <a:path>
              <a:moveTo>
                <a:pt x="0" y="17907"/>
              </a:moveTo>
              <a:lnTo>
                <a:pt x="498612" y="17907"/>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3174234" y="2132332"/>
        <a:ext cx="24930" cy="24930"/>
      </dsp:txXfrm>
    </dsp:sp>
    <dsp:sp modelId="{0211876E-41D6-45A7-A2F2-1D4FE2996DBE}">
      <dsp:nvSpPr>
        <dsp:cNvPr id="0" name=""/>
        <dsp:cNvSpPr/>
      </dsp:nvSpPr>
      <dsp:spPr>
        <a:xfrm>
          <a:off x="3389140" y="2037250"/>
          <a:ext cx="1012202" cy="5061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t>I2A</a:t>
          </a:r>
          <a:r>
            <a:rPr kumimoji="1" lang="ja-JP" altLang="en-US" sz="1000" kern="1200"/>
            <a:t>経由</a:t>
          </a:r>
          <a:endParaRPr kumimoji="1" lang="en-US" altLang="ja-JP" sz="1000" kern="1200"/>
        </a:p>
      </dsp:txBody>
      <dsp:txXfrm>
        <a:off x="3403963" y="2052073"/>
        <a:ext cx="982556" cy="47645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43E09-7070-8F48-A473-6593B1A49C1A}" type="datetimeFigureOut">
              <a:rPr kumimoji="1" lang="ja-JP" altLang="en-US" smtClean="0"/>
              <a:t>2024/8/5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A4E167-2632-1247-BE4E-C349B23F88B7}" type="slidenum">
              <a:rPr kumimoji="1" lang="ja-JP" altLang="en-US" smtClean="0"/>
              <a:t>‹#›</a:t>
            </a:fld>
            <a:endParaRPr kumimoji="1" lang="ja-JP" altLang="en-US"/>
          </a:p>
        </p:txBody>
      </p:sp>
    </p:spTree>
    <p:extLst>
      <p:ext uri="{BB962C8B-B14F-4D97-AF65-F5344CB8AC3E}">
        <p14:creationId xmlns:p14="http://schemas.microsoft.com/office/powerpoint/2010/main" val="2656352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A4E167-2632-1247-BE4E-C349B23F88B7}" type="slidenum">
              <a:rPr kumimoji="1" lang="ja-JP" altLang="en-US" smtClean="0"/>
              <a:t>1</a:t>
            </a:fld>
            <a:endParaRPr kumimoji="1" lang="ja-JP" altLang="en-US"/>
          </a:p>
        </p:txBody>
      </p:sp>
    </p:spTree>
    <p:extLst>
      <p:ext uri="{BB962C8B-B14F-4D97-AF65-F5344CB8AC3E}">
        <p14:creationId xmlns:p14="http://schemas.microsoft.com/office/powerpoint/2010/main" val="3557867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起案書FMT_部長会">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発表者</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2480222"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3205277"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3930331"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32" name="正方形/長方形 31">
            <a:extLst>
              <a:ext uri="{FF2B5EF4-FFF2-40B4-BE49-F238E27FC236}">
                <a16:creationId xmlns:a16="http://schemas.microsoft.com/office/drawing/2014/main" id="{AC404D1A-DBA8-A542-2968-0D94C877BA4C}"/>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B78292BB-C77C-EEBB-0FFC-1AEB354589BE}"/>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E94931A3-6763-F50F-317A-FA091039DB14}"/>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5" name="正方形/長方形 34">
            <a:extLst>
              <a:ext uri="{FF2B5EF4-FFF2-40B4-BE49-F238E27FC236}">
                <a16:creationId xmlns:a16="http://schemas.microsoft.com/office/drawing/2014/main" id="{9700AD76-ABF4-0B6B-342E-1A8326335643}"/>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F5E8A16A-A809-F056-702E-212A993B356A}"/>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37" name="正方形/長方形 36">
            <a:extLst>
              <a:ext uri="{FF2B5EF4-FFF2-40B4-BE49-F238E27FC236}">
                <a16:creationId xmlns:a16="http://schemas.microsoft.com/office/drawing/2014/main" id="{310A3D09-D418-C4C0-C802-45659A152647}"/>
              </a:ext>
            </a:extLst>
          </p:cNvPr>
          <p:cNvSpPr/>
          <p:nvPr userDrawn="1"/>
        </p:nvSpPr>
        <p:spPr>
          <a:xfrm>
            <a:off x="6435075" y="96529"/>
            <a:ext cx="2304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カスタマーサービス統括部</a:t>
            </a:r>
            <a:r>
              <a:rPr kumimoji="1" lang="ja-JP" altLang="en-US" sz="1100" b="1">
                <a:solidFill>
                  <a:schemeClr val="tx1"/>
                </a:solidFill>
                <a:latin typeface="メイリオ" panose="020B0604030504040204" pitchFamily="50" charset="-128"/>
                <a:ea typeface="メイリオ" panose="020B0604030504040204" pitchFamily="50" charset="-128"/>
              </a:rPr>
              <a:t>部長会</a:t>
            </a:r>
          </a:p>
        </p:txBody>
      </p:sp>
      <p:sp>
        <p:nvSpPr>
          <p:cNvPr id="39" name="正方形/長方形 38">
            <a:extLst>
              <a:ext uri="{FF2B5EF4-FFF2-40B4-BE49-F238E27FC236}">
                <a16:creationId xmlns:a16="http://schemas.microsoft.com/office/drawing/2014/main" id="{A4F7FD3A-814A-76E7-0B8E-DB4A5FF63D7A}"/>
              </a:ext>
            </a:extLst>
          </p:cNvPr>
          <p:cNvSpPr/>
          <p:nvPr userDrawn="1"/>
        </p:nvSpPr>
        <p:spPr>
          <a:xfrm>
            <a:off x="3905131" y="96529"/>
            <a:ext cx="2448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a:solidFill>
                  <a:schemeClr val="tx1"/>
                </a:solidFill>
                <a:latin typeface="メイリオ" panose="020B0604030504040204" pitchFamily="50" charset="-128"/>
                <a:ea typeface="メイリオ" panose="020B0604030504040204" pitchFamily="50" charset="-128"/>
              </a:rPr>
              <a:t>クライアントサービス統括部部長会</a:t>
            </a:r>
          </a:p>
        </p:txBody>
      </p:sp>
      <p:sp>
        <p:nvSpPr>
          <p:cNvPr id="40" name="正方形/長方形 39">
            <a:extLst>
              <a:ext uri="{FF2B5EF4-FFF2-40B4-BE49-F238E27FC236}">
                <a16:creationId xmlns:a16="http://schemas.microsoft.com/office/drawing/2014/main" id="{384A1C3B-AB2D-88A6-E5DF-7D79C0436BA2}"/>
              </a:ext>
            </a:extLst>
          </p:cNvPr>
          <p:cNvSpPr/>
          <p:nvPr userDrawn="1"/>
        </p:nvSpPr>
        <p:spPr>
          <a:xfrm>
            <a:off x="10876660" y="96529"/>
            <a:ext cx="1253032"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a:solidFill>
                  <a:schemeClr val="tx1"/>
                </a:solidFill>
                <a:latin typeface="メイリオ" panose="020B0604030504040204" pitchFamily="50" charset="-128"/>
                <a:ea typeface="メイリオ" panose="020B0604030504040204" pitchFamily="50" charset="-128"/>
              </a:rPr>
              <a:t>直下</a:t>
            </a:r>
            <a:r>
              <a:rPr kumimoji="1" lang="en-US" altLang="ja-JP" sz="1100" b="1">
                <a:solidFill>
                  <a:schemeClr val="tx1"/>
                </a:solidFill>
                <a:latin typeface="メイリオ" panose="020B0604030504040204" pitchFamily="50" charset="-128"/>
                <a:ea typeface="メイリオ" panose="020B0604030504040204" pitchFamily="50" charset="-128"/>
              </a:rPr>
              <a:t>/</a:t>
            </a:r>
            <a:r>
              <a:rPr kumimoji="1" lang="ja-JP" altLang="en-US" sz="1100" b="1">
                <a:solidFill>
                  <a:schemeClr val="tx1"/>
                </a:solidFill>
                <a:latin typeface="メイリオ" panose="020B0604030504040204" pitchFamily="50" charset="-128"/>
                <a:ea typeface="メイリオ" panose="020B0604030504040204" pitchFamily="50" charset="-128"/>
              </a:rPr>
              <a:t>企画部長会</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E4F8E750-187B-1EC9-4CD3-5A731C3C81BF}"/>
              </a:ext>
            </a:extLst>
          </p:cNvPr>
          <p:cNvSpPr/>
          <p:nvPr userDrawn="1"/>
        </p:nvSpPr>
        <p:spPr>
          <a:xfrm>
            <a:off x="8865354" y="96529"/>
            <a:ext cx="2016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ソリューション統括部</a:t>
            </a:r>
            <a:r>
              <a:rPr kumimoji="1" lang="ja-JP" altLang="en-US" sz="1100" b="1">
                <a:solidFill>
                  <a:schemeClr val="tx1"/>
                </a:solidFill>
                <a:latin typeface="メイリオ" panose="020B0604030504040204" pitchFamily="50" charset="-128"/>
                <a:ea typeface="メイリオ" panose="020B0604030504040204" pitchFamily="50" charset="-128"/>
              </a:rPr>
              <a:t>部長会</a:t>
            </a: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3" name="フッター プレースホルダー 7">
            <a:extLst>
              <a:ext uri="{FF2B5EF4-FFF2-40B4-BE49-F238E27FC236}">
                <a16:creationId xmlns:a16="http://schemas.microsoft.com/office/drawing/2014/main" id="{157BC63A-6030-DFA6-809A-0F701917939A}"/>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1223797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起案書FMT_営戦">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発表者</a:t>
            </a: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45419D19-512A-55EF-9462-558F410D575D}"/>
              </a:ext>
            </a:extLst>
          </p:cNvPr>
          <p:cNvSpPr/>
          <p:nvPr userDrawn="1"/>
        </p:nvSpPr>
        <p:spPr>
          <a:xfrm>
            <a:off x="2480222" y="1224536"/>
            <a:ext cx="670074"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FB</a:t>
            </a:r>
            <a:r>
              <a:rPr kumimoji="1" lang="ja-JP" altLang="en-US" sz="1100">
                <a:solidFill>
                  <a:schemeClr val="tx1"/>
                </a:solidFill>
                <a:latin typeface="メイリオ" panose="020B0604030504040204" pitchFamily="50" charset="-128"/>
                <a:ea typeface="メイリオ" panose="020B0604030504040204" pitchFamily="50" charset="-128"/>
              </a:rPr>
              <a:t>不要</a:t>
            </a: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3116293"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3874290"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4632287"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2" name="正方形/長方形 1">
            <a:extLst>
              <a:ext uri="{FF2B5EF4-FFF2-40B4-BE49-F238E27FC236}">
                <a16:creationId xmlns:a16="http://schemas.microsoft.com/office/drawing/2014/main" id="{812B928C-13CA-A5CB-4EE4-9425C9F5DA34}"/>
              </a:ext>
            </a:extLst>
          </p:cNvPr>
          <p:cNvSpPr/>
          <p:nvPr userDrawn="1"/>
        </p:nvSpPr>
        <p:spPr>
          <a:xfrm>
            <a:off x="10808531" y="110605"/>
            <a:ext cx="1188000" cy="288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領域営業戦略会</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AB5D38F-2B46-5CF9-6B98-0976F159A269}"/>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AA012D9E-614C-FCB2-FDF4-1523CBFBCDF9}"/>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8" name="正方形/長方形 37">
            <a:extLst>
              <a:ext uri="{FF2B5EF4-FFF2-40B4-BE49-F238E27FC236}">
                <a16:creationId xmlns:a16="http://schemas.microsoft.com/office/drawing/2014/main" id="{A1F52A2C-1FFB-434D-8F54-52FE66DD2411}"/>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9" name="正方形/長方形 38">
            <a:extLst>
              <a:ext uri="{FF2B5EF4-FFF2-40B4-BE49-F238E27FC236}">
                <a16:creationId xmlns:a16="http://schemas.microsoft.com/office/drawing/2014/main" id="{00EBF710-D6A8-B008-B765-C4F491C72C6A}"/>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40" name="正方形/長方形 39">
            <a:extLst>
              <a:ext uri="{FF2B5EF4-FFF2-40B4-BE49-F238E27FC236}">
                <a16:creationId xmlns:a16="http://schemas.microsoft.com/office/drawing/2014/main" id="{A829538A-4C7D-B69D-1CD9-4085E3BAA7CD}"/>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32" name="フッター プレースホルダー 7">
            <a:extLst>
              <a:ext uri="{FF2B5EF4-FFF2-40B4-BE49-F238E27FC236}">
                <a16:creationId xmlns:a16="http://schemas.microsoft.com/office/drawing/2014/main" id="{0B304F28-6F11-2D91-098A-2E7FEE635E57}"/>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4086577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起案書FMT_領戦">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発表者</a:t>
            </a: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45419D19-512A-55EF-9462-558F410D575D}"/>
              </a:ext>
            </a:extLst>
          </p:cNvPr>
          <p:cNvSpPr/>
          <p:nvPr userDrawn="1"/>
        </p:nvSpPr>
        <p:spPr>
          <a:xfrm>
            <a:off x="2480222" y="1224536"/>
            <a:ext cx="670074"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FB</a:t>
            </a:r>
            <a:r>
              <a:rPr kumimoji="1" lang="ja-JP" altLang="en-US" sz="1100">
                <a:solidFill>
                  <a:schemeClr val="tx1"/>
                </a:solidFill>
                <a:latin typeface="メイリオ" panose="020B0604030504040204" pitchFamily="50" charset="-128"/>
                <a:ea typeface="メイリオ" panose="020B0604030504040204" pitchFamily="50" charset="-128"/>
              </a:rPr>
              <a:t>不要</a:t>
            </a: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4261326"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5014841"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5768357"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30" name="正方形/長方形 29">
            <a:extLst>
              <a:ext uri="{FF2B5EF4-FFF2-40B4-BE49-F238E27FC236}">
                <a16:creationId xmlns:a16="http://schemas.microsoft.com/office/drawing/2014/main" id="{3EEA7373-BC88-A861-C39B-30D3F6AF2B04}"/>
              </a:ext>
            </a:extLst>
          </p:cNvPr>
          <p:cNvSpPr/>
          <p:nvPr userDrawn="1"/>
        </p:nvSpPr>
        <p:spPr>
          <a:xfrm>
            <a:off x="10268531" y="110605"/>
            <a:ext cx="1728000" cy="288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a:solidFill>
                  <a:schemeClr val="tx1"/>
                </a:solidFill>
                <a:latin typeface="メイリオ" panose="020B0604030504040204" pitchFamily="50" charset="-128"/>
                <a:ea typeface="メイリオ" panose="020B0604030504040204" pitchFamily="50" charset="-128"/>
              </a:rPr>
              <a:t>領域戦略会</a:t>
            </a:r>
            <a:r>
              <a:rPr kumimoji="1" lang="en-US" altLang="ja-JP" sz="1100" b="1">
                <a:solidFill>
                  <a:schemeClr val="tx1"/>
                </a:solidFill>
                <a:latin typeface="メイリオ" panose="020B0604030504040204" pitchFamily="50" charset="-128"/>
                <a:ea typeface="メイリオ" panose="020B0604030504040204" pitchFamily="50" charset="-128"/>
              </a:rPr>
              <a:t>(</a:t>
            </a:r>
            <a:r>
              <a:rPr kumimoji="1" lang="ja-JP" altLang="en-US" sz="1100" b="1">
                <a:solidFill>
                  <a:schemeClr val="tx1"/>
                </a:solidFill>
                <a:latin typeface="メイリオ" panose="020B0604030504040204" pitchFamily="50" charset="-128"/>
                <a:ea typeface="メイリオ" panose="020B0604030504040204" pitchFamily="50" charset="-128"/>
              </a:rPr>
              <a:t>戦略・計画</a:t>
            </a:r>
            <a:r>
              <a:rPr kumimoji="1" lang="en-US" altLang="ja-JP" sz="1100" b="1">
                <a:solidFill>
                  <a:schemeClr val="tx1"/>
                </a:solidFill>
                <a:latin typeface="メイリオ" panose="020B0604030504040204" pitchFamily="50" charset="-128"/>
                <a:ea typeface="メイリオ" panose="020B0604030504040204" pitchFamily="50" charset="-128"/>
              </a:rPr>
              <a:t>)</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AB5D38F-2B46-5CF9-6B98-0976F159A269}"/>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AA012D9E-614C-FCB2-FDF4-1523CBFBCDF9}"/>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8" name="正方形/長方形 37">
            <a:extLst>
              <a:ext uri="{FF2B5EF4-FFF2-40B4-BE49-F238E27FC236}">
                <a16:creationId xmlns:a16="http://schemas.microsoft.com/office/drawing/2014/main" id="{A1F52A2C-1FFB-434D-8F54-52FE66DD2411}"/>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9" name="正方形/長方形 38">
            <a:extLst>
              <a:ext uri="{FF2B5EF4-FFF2-40B4-BE49-F238E27FC236}">
                <a16:creationId xmlns:a16="http://schemas.microsoft.com/office/drawing/2014/main" id="{00EBF710-D6A8-B008-B765-C4F491C72C6A}"/>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40" name="正方形/長方形 39">
            <a:extLst>
              <a:ext uri="{FF2B5EF4-FFF2-40B4-BE49-F238E27FC236}">
                <a16:creationId xmlns:a16="http://schemas.microsoft.com/office/drawing/2014/main" id="{A829538A-4C7D-B69D-1CD9-4085E3BAA7CD}"/>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42" name="正方形/長方形 41">
            <a:extLst>
              <a:ext uri="{FF2B5EF4-FFF2-40B4-BE49-F238E27FC236}">
                <a16:creationId xmlns:a16="http://schemas.microsoft.com/office/drawing/2014/main" id="{B05F8769-1E62-0C4D-6351-F36D3EC57E7C}"/>
              </a:ext>
            </a:extLst>
          </p:cNvPr>
          <p:cNvSpPr/>
          <p:nvPr userDrawn="1"/>
        </p:nvSpPr>
        <p:spPr>
          <a:xfrm>
            <a:off x="3111811" y="1224536"/>
            <a:ext cx="1188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統括部長以上</a:t>
            </a:r>
          </a:p>
        </p:txBody>
      </p:sp>
      <p:sp>
        <p:nvSpPr>
          <p:cNvPr id="32" name="フッター プレースホルダー 7">
            <a:extLst>
              <a:ext uri="{FF2B5EF4-FFF2-40B4-BE49-F238E27FC236}">
                <a16:creationId xmlns:a16="http://schemas.microsoft.com/office/drawing/2014/main" id="{0B304F28-6F11-2D91-098A-2E7FEE635E57}"/>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942083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ンテンツ_1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11447462"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9">
            <a:extLst>
              <a:ext uri="{FF2B5EF4-FFF2-40B4-BE49-F238E27FC236}">
                <a16:creationId xmlns:a16="http://schemas.microsoft.com/office/drawing/2014/main" id="{1B79DA71-214B-8E78-513A-679C033B9CFD}"/>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
        <p:nvSpPr>
          <p:cNvPr id="10" name="フッター プレースホルダー 7">
            <a:extLst>
              <a:ext uri="{FF2B5EF4-FFF2-40B4-BE49-F238E27FC236}">
                <a16:creationId xmlns:a16="http://schemas.microsoft.com/office/drawing/2014/main" id="{1BF5882D-4DDC-8125-937E-6786E4A6C57C}"/>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11" name="スライド番号プレースホルダー 8">
            <a:extLst>
              <a:ext uri="{FF2B5EF4-FFF2-40B4-BE49-F238E27FC236}">
                <a16:creationId xmlns:a16="http://schemas.microsoft.com/office/drawing/2014/main" id="{0696E47F-D7F9-AE7B-0710-10E75C234EBB}"/>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2639141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_2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5544000"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26407B70-4857-AC66-381E-615EF0A74FE7}"/>
              </a:ext>
            </a:extLst>
          </p:cNvPr>
          <p:cNvSpPr>
            <a:spLocks noGrp="1"/>
          </p:cNvSpPr>
          <p:nvPr>
            <p:ph sz="quarter" idx="15" hasCustomPrompt="1"/>
          </p:nvPr>
        </p:nvSpPr>
        <p:spPr>
          <a:xfrm>
            <a:off x="6262399" y="863999"/>
            <a:ext cx="5544000"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2" name="テキスト プレースホルダー 9">
            <a:extLst>
              <a:ext uri="{FF2B5EF4-FFF2-40B4-BE49-F238E27FC236}">
                <a16:creationId xmlns:a16="http://schemas.microsoft.com/office/drawing/2014/main" id="{A99BB804-9BC2-1997-62C4-E0FD020C769A}"/>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
        <p:nvSpPr>
          <p:cNvPr id="5" name="フッター プレースホルダー 7">
            <a:extLst>
              <a:ext uri="{FF2B5EF4-FFF2-40B4-BE49-F238E27FC236}">
                <a16:creationId xmlns:a16="http://schemas.microsoft.com/office/drawing/2014/main" id="{FD12583F-17BD-122E-069B-61E4F807528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CFF2E6F3-F95B-E765-5B0C-45866F21612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41131881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_3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AEA2E90D-7DBF-A346-42AD-2A7868E1E8BF}"/>
              </a:ext>
            </a:extLst>
          </p:cNvPr>
          <p:cNvSpPr>
            <a:spLocks noGrp="1"/>
          </p:cNvSpPr>
          <p:nvPr>
            <p:ph sz="quarter" idx="15" hasCustomPrompt="1"/>
          </p:nvPr>
        </p:nvSpPr>
        <p:spPr>
          <a:xfrm>
            <a:off x="4284000"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89FFF393-0F16-2A7B-D94F-78658838AA06}"/>
              </a:ext>
            </a:extLst>
          </p:cNvPr>
          <p:cNvSpPr>
            <a:spLocks noGrp="1"/>
          </p:cNvSpPr>
          <p:nvPr>
            <p:ph sz="quarter" idx="16" hasCustomPrompt="1"/>
          </p:nvPr>
        </p:nvSpPr>
        <p:spPr>
          <a:xfrm>
            <a:off x="8208000"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4" name="テキスト プレースホルダー 9">
            <a:extLst>
              <a:ext uri="{FF2B5EF4-FFF2-40B4-BE49-F238E27FC236}">
                <a16:creationId xmlns:a16="http://schemas.microsoft.com/office/drawing/2014/main" id="{8E596397-9540-F4AB-17D9-E08AAB3BE9C8}"/>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Meiryo" panose="020B0604030504040204" pitchFamily="34" charset="-128"/>
                <a:ea typeface="Meiryo" panose="020B0604030504040204" pitchFamily="34" charset="-128"/>
              </a:defRPr>
            </a:lvl1pPr>
          </a:lstStyle>
          <a:p>
            <a:pPr lvl="0"/>
            <a:r>
              <a:rPr kumimoji="1" lang="ja-JP" altLang="en-US"/>
              <a:t>タイトルを入力</a:t>
            </a:r>
          </a:p>
        </p:txBody>
      </p:sp>
      <p:sp>
        <p:nvSpPr>
          <p:cNvPr id="4" name="フッター プレースホルダー 7">
            <a:extLst>
              <a:ext uri="{FF2B5EF4-FFF2-40B4-BE49-F238E27FC236}">
                <a16:creationId xmlns:a16="http://schemas.microsoft.com/office/drawing/2014/main" id="{290620CE-502E-21AC-F387-741FE77327D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7D55CCBC-2073-F9C4-3B52-C9B48DC458A2}"/>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15301973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_2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11447462"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E3998644-1180-AFE7-65A2-5BF7DCB4E902}"/>
              </a:ext>
            </a:extLst>
          </p:cNvPr>
          <p:cNvSpPr>
            <a:spLocks noGrp="1"/>
          </p:cNvSpPr>
          <p:nvPr>
            <p:ph sz="quarter" idx="15" hasCustomPrompt="1"/>
          </p:nvPr>
        </p:nvSpPr>
        <p:spPr>
          <a:xfrm>
            <a:off x="360000" y="3420000"/>
            <a:ext cx="11447462"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42B81BFB-8194-C954-A7F6-907B71A2B421}"/>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4E753DAF-B9F1-B60A-116C-DD8BD6819FA0}"/>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A072AF67-6B51-411D-BE5D-D3FE0BF10FD2}"/>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Meiryo" panose="020B0604030504040204" pitchFamily="34" charset="-128"/>
                <a:ea typeface="Meiryo" panose="020B0604030504040204" pitchFamily="34" charset="-128"/>
              </a:defRPr>
            </a:lvl1pPr>
          </a:lstStyle>
          <a:p>
            <a:pPr lvl="0"/>
            <a:r>
              <a:rPr kumimoji="1" lang="ja-JP" altLang="en-US"/>
              <a:t>タイトルを入力</a:t>
            </a:r>
          </a:p>
        </p:txBody>
      </p:sp>
    </p:spTree>
    <p:extLst>
      <p:ext uri="{BB962C8B-B14F-4D97-AF65-F5344CB8AC3E}">
        <p14:creationId xmlns:p14="http://schemas.microsoft.com/office/powerpoint/2010/main" val="3074005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_3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4000"/>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1ABA03F6-6045-70F7-CDC2-6CE6819DF448}"/>
              </a:ext>
            </a:extLst>
          </p:cNvPr>
          <p:cNvSpPr>
            <a:spLocks noGrp="1"/>
          </p:cNvSpPr>
          <p:nvPr>
            <p:ph sz="quarter" idx="15" hasCustomPrompt="1"/>
          </p:nvPr>
        </p:nvSpPr>
        <p:spPr>
          <a:xfrm>
            <a:off x="360363" y="2558726"/>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1AC31A9C-4ABE-9FA1-3859-F52F3954F008}"/>
              </a:ext>
            </a:extLst>
          </p:cNvPr>
          <p:cNvSpPr>
            <a:spLocks noGrp="1"/>
          </p:cNvSpPr>
          <p:nvPr>
            <p:ph sz="quarter" idx="16" hasCustomPrompt="1"/>
          </p:nvPr>
        </p:nvSpPr>
        <p:spPr>
          <a:xfrm>
            <a:off x="360363" y="4281161"/>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テキスト ボックス 1">
            <a:extLst>
              <a:ext uri="{FF2B5EF4-FFF2-40B4-BE49-F238E27FC236}">
                <a16:creationId xmlns:a16="http://schemas.microsoft.com/office/drawing/2014/main" id="{68401441-2D33-D885-1746-E00CD7887FF5}"/>
              </a:ext>
            </a:extLst>
          </p:cNvPr>
          <p:cNvSpPr txBox="1"/>
          <p:nvPr userDrawn="1"/>
        </p:nvSpPr>
        <p:spPr>
          <a:xfrm>
            <a:off x="2881745" y="6151418"/>
            <a:ext cx="0" cy="0"/>
          </a:xfrm>
          <a:prstGeom prst="rect">
            <a:avLst/>
          </a:prstGeom>
          <a:noFill/>
        </p:spPr>
        <p:txBody>
          <a:bodyPr wrap="none" lIns="108000" rIns="90000" rtlCol="0">
            <a:normAutofit fontScale="25000" lnSpcReduction="20000"/>
          </a:bodyPr>
          <a:lstStyle/>
          <a:p>
            <a:pPr algn="l"/>
            <a:endParaRPr kumimoji="1" lang="ja-JP" altLang="en-US" b="0" i="0">
              <a:solidFill>
                <a:schemeClr val="bg1"/>
              </a:solidFill>
              <a:ea typeface="Meiryo" panose="020B0604030504040204" pitchFamily="34" charset="-128"/>
            </a:endParaRPr>
          </a:p>
        </p:txBody>
      </p:sp>
      <p:sp>
        <p:nvSpPr>
          <p:cNvPr id="4" name="フッター プレースホルダー 7">
            <a:extLst>
              <a:ext uri="{FF2B5EF4-FFF2-40B4-BE49-F238E27FC236}">
                <a16:creationId xmlns:a16="http://schemas.microsoft.com/office/drawing/2014/main" id="{DDB7B6FC-EF1B-FA30-9341-598243B5E34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BFA9BBEB-00A7-CE86-9CBA-893C4B1DEC12}"/>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1" name="テキスト プレースホルダー 9">
            <a:extLst>
              <a:ext uri="{FF2B5EF4-FFF2-40B4-BE49-F238E27FC236}">
                <a16:creationId xmlns:a16="http://schemas.microsoft.com/office/drawing/2014/main" id="{D3CE861F-6D80-4315-BABD-3584B337C1D5}"/>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5268352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_2カラム_2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E3998644-1180-AFE7-65A2-5BF7DCB4E902}"/>
              </a:ext>
            </a:extLst>
          </p:cNvPr>
          <p:cNvSpPr>
            <a:spLocks noGrp="1"/>
          </p:cNvSpPr>
          <p:nvPr>
            <p:ph sz="quarter" idx="15" hasCustomPrompt="1"/>
          </p:nvPr>
        </p:nvSpPr>
        <p:spPr>
          <a:xfrm>
            <a:off x="360000" y="3384000"/>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45CE943F-8DFF-0A0E-09CA-3014B00BB782}"/>
              </a:ext>
            </a:extLst>
          </p:cNvPr>
          <p:cNvSpPr>
            <a:spLocks noGrp="1"/>
          </p:cNvSpPr>
          <p:nvPr>
            <p:ph sz="quarter" idx="16" hasCustomPrompt="1"/>
          </p:nvPr>
        </p:nvSpPr>
        <p:spPr>
          <a:xfrm>
            <a:off x="6264000" y="863999"/>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8724A2F7-9CFF-029A-187B-653B8B43E89F}"/>
              </a:ext>
            </a:extLst>
          </p:cNvPr>
          <p:cNvSpPr>
            <a:spLocks noGrp="1"/>
          </p:cNvSpPr>
          <p:nvPr>
            <p:ph sz="quarter" idx="17" hasCustomPrompt="1"/>
          </p:nvPr>
        </p:nvSpPr>
        <p:spPr>
          <a:xfrm>
            <a:off x="6264000" y="3384000"/>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フッター プレースホルダー 7">
            <a:extLst>
              <a:ext uri="{FF2B5EF4-FFF2-40B4-BE49-F238E27FC236}">
                <a16:creationId xmlns:a16="http://schemas.microsoft.com/office/drawing/2014/main" id="{8D4EF0B7-5077-BDEA-AECF-39F8ABC163D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4FD1865E-3171-7354-567F-2E1FF319CCF9}"/>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1" name="テキスト プレースホルダー 9">
            <a:extLst>
              <a:ext uri="{FF2B5EF4-FFF2-40B4-BE49-F238E27FC236}">
                <a16:creationId xmlns:a16="http://schemas.microsoft.com/office/drawing/2014/main" id="{96E1C8D1-5071-4DBF-88E0-F97DA7D3D8F3}"/>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1144187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_見出しあり_1カラム ">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2" y="1692000"/>
            <a:ext cx="11447461"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5" name="フッター プレースホルダー 7">
            <a:extLst>
              <a:ext uri="{FF2B5EF4-FFF2-40B4-BE49-F238E27FC236}">
                <a16:creationId xmlns:a16="http://schemas.microsoft.com/office/drawing/2014/main" id="{CDA97645-8913-6C6D-283D-BD33B7E34635}"/>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D44D7DF7-EA7C-A83B-9E29-DB8F0DB9EB2E}"/>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BBB5D11A-3124-4235-98BB-2D5AB0564A7C}"/>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12261830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_見出しあり_2カラム01">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5544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6264000" y="1692000"/>
            <a:ext cx="5544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18F571CF-776F-D33C-60DF-9D62AEF5093F}"/>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CDC5C967-D209-1408-5A95-22C3C19ECB93}"/>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D87CFB1D-3866-4F1D-8342-4B956E8DA4F4}"/>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033703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コンテンツ_見出しあり_2カラム02">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4319825" y="1692000"/>
            <a:ext cx="7488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63611234-EB9D-B56A-5F01-7C8152864B16}"/>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9D144814-90D9-7C84-E600-BD7FD16C926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758B078F-9213-4F19-A73C-38D9EF14C919}"/>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1147495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コンテンツ_見出しあり_2カラム03">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7488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8207825"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7C4402CE-25DD-3FC3-E601-3727FE754F22}"/>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07845088-9B7B-57D7-B32C-F8E1902E5FCA}"/>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CECBF70E-0046-4715-AFB8-41FA1FB7C5C3}"/>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8576826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_見出しあり_ 3カラム ">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2" name="コンテンツ プレースホルダー 2">
            <a:extLst>
              <a:ext uri="{FF2B5EF4-FFF2-40B4-BE49-F238E27FC236}">
                <a16:creationId xmlns:a16="http://schemas.microsoft.com/office/drawing/2014/main" id="{B9846B45-83F1-7D89-9CE3-C6FD5641CB78}"/>
              </a:ext>
            </a:extLst>
          </p:cNvPr>
          <p:cNvSpPr>
            <a:spLocks noGrp="1"/>
          </p:cNvSpPr>
          <p:nvPr>
            <p:ph sz="quarter" idx="16" hasCustomPrompt="1"/>
          </p:nvPr>
        </p:nvSpPr>
        <p:spPr>
          <a:xfrm>
            <a:off x="4284000"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1" name="コンテンツ プレースホルダー 2">
            <a:extLst>
              <a:ext uri="{FF2B5EF4-FFF2-40B4-BE49-F238E27FC236}">
                <a16:creationId xmlns:a16="http://schemas.microsoft.com/office/drawing/2014/main" id="{F7EEDEDE-E0C5-1F47-F066-39ED01855F8B}"/>
              </a:ext>
            </a:extLst>
          </p:cNvPr>
          <p:cNvSpPr>
            <a:spLocks noGrp="1"/>
          </p:cNvSpPr>
          <p:nvPr>
            <p:ph sz="quarter" idx="17" hasCustomPrompt="1"/>
          </p:nvPr>
        </p:nvSpPr>
        <p:spPr>
          <a:xfrm>
            <a:off x="8208000"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1A73DCEB-293D-923B-1386-CD85DE44A744}"/>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5475FC91-1306-A4B8-27CC-185F1F14A3B7}"/>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83C22AC4-D8AF-46CB-8ADF-11563B5B2D5A}"/>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5241091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_説明あり_1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11447462"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5" name="フッター プレースホルダー 7">
            <a:extLst>
              <a:ext uri="{FF2B5EF4-FFF2-40B4-BE49-F238E27FC236}">
                <a16:creationId xmlns:a16="http://schemas.microsoft.com/office/drawing/2014/main" id="{36B75912-F5F1-3B8A-084B-B238AD1D137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2A578B6F-A124-1509-FD93-A3A371D8D8BF}"/>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AA64B4C2-46FA-44C6-A055-09C80C5078F7}"/>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904059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_説明あり_2カラム01">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5544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6264000" y="2087997"/>
            <a:ext cx="5544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3CADBBA8-7E19-30C9-9E6C-C3949286BE6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A94A05EF-C40C-BB3E-283F-281D00E18458}"/>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E2C4F9F7-7C4D-4339-AA1E-152F25FAA95E}"/>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7805528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コンテンツ_説明あり_2カラム02">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4320000" y="2087997"/>
            <a:ext cx="7488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77FB28A9-C77F-61F1-CAD2-E0EB65403757}"/>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ACC09DD1-863F-730C-6094-5E67439FC2A3}"/>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104CDD14-7588-4518-A83D-71F864A02FD5}"/>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9855742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コンテンツ_説明あり_2カラム03">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7488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8208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BFE701F5-0D70-F985-3DA7-024563C22D38}"/>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D1AFD214-F1EF-13F2-449D-D3C167280B64}"/>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B80F811C-19F2-488D-BB63-85C6DBAB6C5F}"/>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950596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コンテンツ_説明あり_3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9" name="コンテンツ プレースホルダー 2">
            <a:extLst>
              <a:ext uri="{FF2B5EF4-FFF2-40B4-BE49-F238E27FC236}">
                <a16:creationId xmlns:a16="http://schemas.microsoft.com/office/drawing/2014/main" id="{746F6458-905F-F7AF-C49F-F976CFF99AF5}"/>
              </a:ext>
            </a:extLst>
          </p:cNvPr>
          <p:cNvSpPr>
            <a:spLocks noGrp="1"/>
          </p:cNvSpPr>
          <p:nvPr>
            <p:ph sz="quarter" idx="16" hasCustomPrompt="1"/>
          </p:nvPr>
        </p:nvSpPr>
        <p:spPr>
          <a:xfrm>
            <a:off x="4284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1" name="コンテンツ プレースホルダー 2">
            <a:extLst>
              <a:ext uri="{FF2B5EF4-FFF2-40B4-BE49-F238E27FC236}">
                <a16:creationId xmlns:a16="http://schemas.microsoft.com/office/drawing/2014/main" id="{5A299D55-0B89-9AD6-93E6-100A3CA991EB}"/>
              </a:ext>
            </a:extLst>
          </p:cNvPr>
          <p:cNvSpPr>
            <a:spLocks noGrp="1"/>
          </p:cNvSpPr>
          <p:nvPr>
            <p:ph sz="quarter" idx="17" hasCustomPrompt="1"/>
          </p:nvPr>
        </p:nvSpPr>
        <p:spPr>
          <a:xfrm>
            <a:off x="8208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E5E5A0E7-4D53-1DFC-66FD-39EDEFE5BB4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479428E8-612E-6494-9CAF-2DF3CD5FAE80}"/>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800249A3-354A-4EAC-B204-68D23EFAAB1C}"/>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469998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扉">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3429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03BCD830-0D5F-1F77-B35C-DA4ABEEEB96E}"/>
              </a:ext>
            </a:extLst>
          </p:cNvPr>
          <p:cNvSpPr>
            <a:spLocks noGrp="1"/>
          </p:cNvSpPr>
          <p:nvPr>
            <p:ph type="body" sz="quarter" idx="13" hasCustomPrompt="1"/>
          </p:nvPr>
        </p:nvSpPr>
        <p:spPr>
          <a:xfrm>
            <a:off x="360363" y="2730777"/>
            <a:ext cx="11448000" cy="569387"/>
          </a:xfrm>
          <a:prstGeom prst="rect">
            <a:avLst/>
          </a:prstGeom>
        </p:spPr>
        <p:txBody>
          <a:bodyPr lIns="0" tIns="0" rIns="0" bIns="0" anchor="b" anchorCtr="0">
            <a:spAutoFit/>
          </a:bodyPr>
          <a:lstStyle>
            <a:lvl1pPr marL="0" indent="0">
              <a:spcBef>
                <a:spcPts val="0"/>
              </a:spcBef>
              <a:buNone/>
              <a:defRPr sz="4000" b="1" i="0" baseline="0">
                <a:solidFill>
                  <a:srgbClr val="1156BD"/>
                </a:solidFill>
                <a:latin typeface="Meiryo" panose="020B0604030504040204" pitchFamily="34" charset="-128"/>
                <a:ea typeface="Meiryo" panose="020B0604030504040204" pitchFamily="34" charset="-128"/>
              </a:defRPr>
            </a:lvl1pPr>
          </a:lstStyle>
          <a:p>
            <a:pPr lvl="0"/>
            <a:r>
              <a:rPr kumimoji="1" lang="ja-JP" altLang="en-US"/>
              <a:t>項目を入力してください</a:t>
            </a:r>
            <a:endParaRPr kumimoji="1" lang="en-US" altLang="ja-JP"/>
          </a:p>
        </p:txBody>
      </p:sp>
      <p:sp>
        <p:nvSpPr>
          <p:cNvPr id="4" name="フッター プレースホルダー 7">
            <a:extLst>
              <a:ext uri="{FF2B5EF4-FFF2-40B4-BE49-F238E27FC236}">
                <a16:creationId xmlns:a16="http://schemas.microsoft.com/office/drawing/2014/main" id="{BA53E4B5-F8DA-F4D6-E00B-4604AB4E952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C6664598-05DB-895D-7AC0-3086F0F7DE9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40714326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タイトルとコンテンツ">
    <p:spTree>
      <p:nvGrpSpPr>
        <p:cNvPr id="1" name=""/>
        <p:cNvGrpSpPr/>
        <p:nvPr/>
      </p:nvGrpSpPr>
      <p:grpSpPr>
        <a:xfrm>
          <a:off x="0" y="0"/>
          <a:ext cx="0" cy="0"/>
          <a:chOff x="0" y="0"/>
          <a:chExt cx="0" cy="0"/>
        </a:xfrm>
      </p:grpSpPr>
      <p:pic>
        <p:nvPicPr>
          <p:cNvPr id="6" name="図 9" descr="logo2.png"/>
          <p:cNvPicPr>
            <a:picLocks noChangeAspect="1"/>
          </p:cNvPicPr>
          <p:nvPr userDrawn="1"/>
        </p:nvPicPr>
        <p:blipFill>
          <a:blip r:embed="rId2"/>
          <a:srcRect/>
          <a:stretch>
            <a:fillRect/>
          </a:stretch>
        </p:blipFill>
        <p:spPr bwMode="auto">
          <a:xfrm>
            <a:off x="2" y="6396148"/>
            <a:ext cx="2114062" cy="461963"/>
          </a:xfrm>
          <a:prstGeom prst="rect">
            <a:avLst/>
          </a:prstGeom>
          <a:noFill/>
          <a:ln w="9525">
            <a:noFill/>
            <a:miter lim="800000"/>
            <a:headEnd/>
            <a:tailEnd/>
          </a:ln>
        </p:spPr>
      </p:pic>
      <p:sp>
        <p:nvSpPr>
          <p:cNvPr id="7" name="Rectangle 2"/>
          <p:cNvSpPr>
            <a:spLocks noGrp="1" noChangeArrowheads="1"/>
          </p:cNvSpPr>
          <p:nvPr>
            <p:ph type="title"/>
          </p:nvPr>
        </p:nvSpPr>
        <p:spPr bwMode="auto">
          <a:xfrm>
            <a:off x="654539" y="133350"/>
            <a:ext cx="10941538" cy="431800"/>
          </a:xfrm>
          <a:prstGeom prst="rect">
            <a:avLst/>
          </a:prstGeom>
          <a:noFill/>
          <a:ln w="9525">
            <a:noFill/>
            <a:miter lim="800000"/>
            <a:headEnd/>
            <a:tailEnd/>
          </a:ln>
        </p:spPr>
        <p:txBody>
          <a:bodyPr vert="horz" wrap="square" lIns="0" tIns="36000" rIns="0" bIns="36000" numCol="1" anchor="ctr" anchorCtr="0" compatLnSpc="1">
            <a:prstTxWarp prst="textNoShape">
              <a:avLst/>
            </a:prstTxWarp>
          </a:bodyPr>
          <a:lstStyle/>
          <a:p>
            <a:pPr lvl="0"/>
            <a:r>
              <a:rPr lang="ja-JP" altLang="en-US"/>
              <a:t>マスタ</a:t>
            </a:r>
            <a:r>
              <a:rPr lang="en-US" altLang="ja-JP"/>
              <a:t> </a:t>
            </a:r>
            <a:r>
              <a:rPr lang="ja-JP" altLang="en-US"/>
              <a:t>タイトルの書式設定</a:t>
            </a:r>
          </a:p>
        </p:txBody>
      </p:sp>
      <p:sp>
        <p:nvSpPr>
          <p:cNvPr id="8" name="Rectangle 3"/>
          <p:cNvSpPr>
            <a:spLocks noChangeArrowheads="1"/>
          </p:cNvSpPr>
          <p:nvPr userDrawn="1"/>
        </p:nvSpPr>
        <p:spPr bwMode="auto">
          <a:xfrm>
            <a:off x="318530" y="287338"/>
            <a:ext cx="199292" cy="169862"/>
          </a:xfrm>
          <a:prstGeom prst="rect">
            <a:avLst/>
          </a:prstGeom>
          <a:gradFill flip="none" rotWithShape="1">
            <a:gsLst>
              <a:gs pos="0">
                <a:srgbClr val="5C7F92">
                  <a:tint val="66000"/>
                  <a:satMod val="160000"/>
                </a:srgbClr>
              </a:gs>
              <a:gs pos="50000">
                <a:srgbClr val="5C7F92">
                  <a:tint val="44500"/>
                  <a:satMod val="160000"/>
                </a:srgbClr>
              </a:gs>
              <a:gs pos="100000">
                <a:srgbClr val="5C7F92">
                  <a:tint val="23500"/>
                  <a:satMod val="160000"/>
                </a:srgbClr>
              </a:gs>
            </a:gsLst>
            <a:path path="circle">
              <a:fillToRect l="50000" t="50000" r="50000" b="50000"/>
            </a:path>
            <a:tileRect/>
          </a:gradFill>
          <a:ln w="12700">
            <a:solidFill>
              <a:srgbClr val="0065BD"/>
            </a:solidFill>
            <a:miter lim="800000"/>
            <a:headEnd/>
            <a:tailEnd/>
          </a:ln>
          <a:effectLst/>
        </p:spPr>
        <p:txBody>
          <a:bodyPr wrap="none" anchor="ctr"/>
          <a:lstStyle/>
          <a:p>
            <a:pPr eaLnBrk="0" hangingPunct="0">
              <a:defRPr/>
            </a:pPr>
            <a:endParaRPr lang="en-US" sz="2400">
              <a:solidFill>
                <a:srgbClr val="000000"/>
              </a:solidFill>
              <a:ea typeface="ヒラギノ角ゴ Pro W3" charset="-128"/>
              <a:cs typeface="+mn-cs"/>
            </a:endParaRPr>
          </a:p>
        </p:txBody>
      </p:sp>
      <p:sp>
        <p:nvSpPr>
          <p:cNvPr id="10" name="Rectangle 6"/>
          <p:cNvSpPr>
            <a:spLocks noGrp="1" noChangeArrowheads="1"/>
          </p:cNvSpPr>
          <p:nvPr>
            <p:ph type="sldNum" sz="quarter" idx="4"/>
          </p:nvPr>
        </p:nvSpPr>
        <p:spPr bwMode="auto">
          <a:xfrm>
            <a:off x="9652000" y="6381329"/>
            <a:ext cx="2540000" cy="433553"/>
          </a:xfrm>
          <a:prstGeom prst="rect">
            <a:avLst/>
          </a:prstGeom>
          <a:noFill/>
          <a:ln>
            <a:noFill/>
          </a:ln>
          <a:effectLst/>
          <a:extLst>
            <a:ext uri="{FAA26D3D-D897-4be2-8F04-BA451C77F1D7}"/>
          </a:extLst>
        </p:spPr>
        <p:txBody>
          <a:bodyPr vert="horz" wrap="none" lIns="108000" tIns="108000" rIns="108000" bIns="108000" numCol="1" anchor="ctr" anchorCtr="0" compatLnSpc="1">
            <a:prstTxWarp prst="textNoShape">
              <a:avLst/>
            </a:prstTxWarp>
            <a:noAutofit/>
          </a:bodyPr>
          <a:lstStyle>
            <a:lvl1pPr algn="r" eaLnBrk="0" hangingPunct="0">
              <a:defRPr kumimoji="0" sz="1400">
                <a:solidFill>
                  <a:srgbClr val="34464D"/>
                </a:solidFill>
                <a:latin typeface="メイリオ" panose="020B0604030504040204" pitchFamily="50" charset="-128"/>
                <a:ea typeface="メイリオ" panose="020B0604030504040204" pitchFamily="50" charset="-128"/>
                <a:cs typeface="+mn-cs"/>
              </a:defRPr>
            </a:lvl1pPr>
          </a:lstStyle>
          <a:p>
            <a:pPr>
              <a:defRPr/>
            </a:pPr>
            <a:fld id="{03BD0955-65FB-4ED1-B234-0C0457698042}" type="slidenum">
              <a:rPr lang="en-US" altLang="ja-JP" smtClean="0"/>
              <a:pPr>
                <a:defRPr/>
              </a:pPr>
              <a:t>‹#›</a:t>
            </a:fld>
            <a:endParaRPr lang="en-US" altLang="ja-JP"/>
          </a:p>
        </p:txBody>
      </p:sp>
    </p:spTree>
    <p:extLst>
      <p:ext uri="{BB962C8B-B14F-4D97-AF65-F5344CB8AC3E}">
        <p14:creationId xmlns:p14="http://schemas.microsoft.com/office/powerpoint/2010/main" val="2120337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3529AE1-302B-DB55-EDF8-8E10E34EC9F4}"/>
              </a:ext>
            </a:extLst>
          </p:cNvPr>
          <p:cNvPicPr>
            <a:picLocks noChangeAspect="1"/>
          </p:cNvPicPr>
          <p:nvPr userDrawn="1"/>
        </p:nvPicPr>
        <p:blipFill rotWithShape="1">
          <a:blip r:embed="rId23"/>
          <a:srcRect t="98449"/>
          <a:stretch/>
        </p:blipFill>
        <p:spPr>
          <a:xfrm>
            <a:off x="0" y="6751529"/>
            <a:ext cx="12192000" cy="106471"/>
          </a:xfrm>
          <a:prstGeom prst="rect">
            <a:avLst/>
          </a:prstGeom>
        </p:spPr>
      </p:pic>
      <p:sp>
        <p:nvSpPr>
          <p:cNvPr id="8" name="フッター プレースホルダー 7">
            <a:extLst>
              <a:ext uri="{FF2B5EF4-FFF2-40B4-BE49-F238E27FC236}">
                <a16:creationId xmlns:a16="http://schemas.microsoft.com/office/drawing/2014/main" id="{7D4CB066-E356-6A79-59D4-0007E3D43294}"/>
              </a:ext>
            </a:extLst>
          </p:cNvPr>
          <p:cNvSpPr>
            <a:spLocks noGrp="1"/>
          </p:cNvSpPr>
          <p:nvPr>
            <p:ph type="ftr" sz="quarter" idx="3"/>
          </p:nvPr>
        </p:nvSpPr>
        <p:spPr>
          <a:xfrm>
            <a:off x="4038600" y="652072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9" name="スライド番号プレースホルダー 8">
            <a:extLst>
              <a:ext uri="{FF2B5EF4-FFF2-40B4-BE49-F238E27FC236}">
                <a16:creationId xmlns:a16="http://schemas.microsoft.com/office/drawing/2014/main" id="{A087AC67-8728-37BE-F6CA-CC30541F5926}"/>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pic>
        <p:nvPicPr>
          <p:cNvPr id="13" name="図 12">
            <a:extLst>
              <a:ext uri="{FF2B5EF4-FFF2-40B4-BE49-F238E27FC236}">
                <a16:creationId xmlns:a16="http://schemas.microsoft.com/office/drawing/2014/main" id="{30BD6181-3015-0274-2BDF-659DC045C107}"/>
              </a:ext>
            </a:extLst>
          </p:cNvPr>
          <p:cNvPicPr preferRelativeResize="0">
            <a:picLocks/>
          </p:cNvPicPr>
          <p:nvPr userDrawn="1"/>
        </p:nvPicPr>
        <p:blipFill>
          <a:blip r:embed="rId24">
            <a:alphaModFix/>
          </a:blip>
          <a:stretch>
            <a:fillRect/>
          </a:stretch>
        </p:blipFill>
        <p:spPr>
          <a:xfrm>
            <a:off x="365528" y="6042327"/>
            <a:ext cx="1793619" cy="648000"/>
          </a:xfrm>
          <a:prstGeom prst="rect">
            <a:avLst/>
          </a:prstGeom>
        </p:spPr>
      </p:pic>
    </p:spTree>
    <p:extLst>
      <p:ext uri="{BB962C8B-B14F-4D97-AF65-F5344CB8AC3E}">
        <p14:creationId xmlns:p14="http://schemas.microsoft.com/office/powerpoint/2010/main" val="1230684071"/>
      </p:ext>
    </p:extLst>
  </p:cSld>
  <p:clrMap bg1="lt1" tx1="dk1" bg2="lt2" tx2="dk2" accent1="accent1" accent2="accent2" accent3="accent3" accent4="accent4" accent5="accent5" accent6="accent6" hlink="hlink" folHlink="folHlink"/>
  <p:sldLayoutIdLst>
    <p:sldLayoutId id="2147483674" r:id="rId1"/>
    <p:sldLayoutId id="2147483676" r:id="rId2"/>
    <p:sldLayoutId id="2147483677" r:id="rId3"/>
    <p:sldLayoutId id="2147483654" r:id="rId4"/>
    <p:sldLayoutId id="2147483665" r:id="rId5"/>
    <p:sldLayoutId id="2147483666" r:id="rId6"/>
    <p:sldLayoutId id="2147483661" r:id="rId7"/>
    <p:sldLayoutId id="2147483662" r:id="rId8"/>
    <p:sldLayoutId id="2147483663" r:id="rId9"/>
    <p:sldLayoutId id="2147483664" r:id="rId10"/>
    <p:sldLayoutId id="2147483656" r:id="rId11"/>
    <p:sldLayoutId id="2147483671" r:id="rId12"/>
    <p:sldLayoutId id="2147483672" r:id="rId13"/>
    <p:sldLayoutId id="2147483660" r:id="rId14"/>
    <p:sldLayoutId id="2147483657" r:id="rId15"/>
    <p:sldLayoutId id="2147483658" r:id="rId16"/>
    <p:sldLayoutId id="2147483669" r:id="rId17"/>
    <p:sldLayoutId id="2147483670" r:id="rId18"/>
    <p:sldLayoutId id="2147483659" r:id="rId19"/>
    <p:sldLayoutId id="2147483649" r:id="rId20"/>
    <p:sldLayoutId id="2147483678" r:id="rId2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1.emf"/><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95CB519B-764C-3B95-61A3-F823A46C4241}"/>
              </a:ext>
            </a:extLst>
          </p:cNvPr>
          <p:cNvSpPr>
            <a:spLocks noGrp="1"/>
          </p:cNvSpPr>
          <p:nvPr>
            <p:ph type="ftr" sz="quarter" idx="3"/>
          </p:nvPr>
        </p:nvSpPr>
        <p:spPr/>
        <p:txBody>
          <a:bodyPr/>
          <a:lstStyle/>
          <a:p>
            <a:r>
              <a:rPr lang="en" altLang="ja-JP"/>
              <a:t>(C) Recruit Co., Ltd. All rights reserved. </a:t>
            </a:r>
            <a:endParaRPr lang="ja-JP" altLang="en-US"/>
          </a:p>
        </p:txBody>
      </p:sp>
      <p:sp>
        <p:nvSpPr>
          <p:cNvPr id="4" name="正方形/長方形 3">
            <a:extLst>
              <a:ext uri="{FF2B5EF4-FFF2-40B4-BE49-F238E27FC236}">
                <a16:creationId xmlns:a16="http://schemas.microsoft.com/office/drawing/2014/main" id="{3DDD8DC1-96E4-E81E-D431-31984F436B8E}"/>
              </a:ext>
            </a:extLst>
          </p:cNvPr>
          <p:cNvSpPr/>
          <p:nvPr/>
        </p:nvSpPr>
        <p:spPr>
          <a:xfrm>
            <a:off x="330896" y="1581363"/>
            <a:ext cx="7238304" cy="49870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kumimoji="1" lang="ja-JP" altLang="en-US" sz="1050" b="1">
                <a:solidFill>
                  <a:schemeClr val="tx2"/>
                </a:solidFill>
                <a:latin typeface="メイリオ"/>
                <a:ea typeface="メイリオ"/>
              </a:rPr>
              <a:t>■</a:t>
            </a:r>
            <a:r>
              <a:rPr lang="ja-JP" altLang="en-US" sz="1050" b="1">
                <a:solidFill>
                  <a:schemeClr val="tx2"/>
                </a:solidFill>
                <a:latin typeface="メイリオ"/>
                <a:ea typeface="メイリオ"/>
              </a:rPr>
              <a:t>案件概要</a:t>
            </a:r>
            <a:endParaRPr lang="ja-JP" altLang="en-US" sz="1000">
              <a:solidFill>
                <a:schemeClr val="tx2"/>
              </a:solidFill>
              <a:latin typeface="メイリオ" panose="020B0604030504040204" pitchFamily="50" charset="-128"/>
              <a:ea typeface="メイリオ" panose="020B0604030504040204" pitchFamily="50" charset="-128"/>
            </a:endParaRPr>
          </a:p>
          <a:p>
            <a:r>
              <a:rPr lang="en-US" altLang="ja-JP" sz="1000">
                <a:solidFill>
                  <a:schemeClr val="tx1"/>
                </a:solidFill>
                <a:latin typeface="メイリオ"/>
                <a:ea typeface="メイリオ"/>
              </a:rPr>
              <a:t>【</a:t>
            </a:r>
            <a:r>
              <a:rPr lang="en-US" altLang="ja-JP" sz="1000" err="1">
                <a:solidFill>
                  <a:schemeClr val="tx1"/>
                </a:solidFill>
                <a:latin typeface="メイリオ"/>
                <a:ea typeface="メイリオ"/>
              </a:rPr>
              <a:t>目的</a:t>
            </a:r>
            <a:r>
              <a:rPr lang="en-US" altLang="ja-JP" sz="1000">
                <a:solidFill>
                  <a:schemeClr val="tx1"/>
                </a:solidFill>
                <a:latin typeface="メイリオ"/>
                <a:ea typeface="メイリオ"/>
              </a:rPr>
              <a:t>】</a:t>
            </a:r>
            <a:endParaRPr lang="en-US" altLang="ja-JP" sz="1000">
              <a:solidFill>
                <a:schemeClr val="tx1"/>
              </a:solidFill>
              <a:latin typeface="メイリオ" panose="020B0604030504040204" pitchFamily="50" charset="-128"/>
              <a:ea typeface="メイリオ" panose="020B0604030504040204" pitchFamily="50" charset="-128"/>
            </a:endParaRPr>
          </a:p>
          <a:p>
            <a:r>
              <a:rPr lang="ja-JP" altLang="en-US" sz="1000">
                <a:solidFill>
                  <a:schemeClr val="tx1"/>
                </a:solidFill>
                <a:latin typeface="メイリオ"/>
                <a:ea typeface="メイリオ"/>
              </a:rPr>
              <a:t>　ハイキャリア領域において、</a:t>
            </a:r>
            <a:r>
              <a:rPr lang="en-US" altLang="ja-JP" sz="1000">
                <a:solidFill>
                  <a:schemeClr val="tx1"/>
                </a:solidFill>
                <a:latin typeface="メイリオ"/>
                <a:ea typeface="メイリオ"/>
              </a:rPr>
              <a:t>HGC</a:t>
            </a:r>
            <a:r>
              <a:rPr lang="ja-JP" altLang="en-US" sz="1000">
                <a:solidFill>
                  <a:schemeClr val="tx1"/>
                </a:solidFill>
                <a:latin typeface="メイリオ"/>
                <a:ea typeface="メイリオ"/>
              </a:rPr>
              <a:t>単体ではなく、</a:t>
            </a:r>
            <a:r>
              <a:rPr lang="en-US" altLang="ja-JP" sz="1000">
                <a:solidFill>
                  <a:schemeClr val="tx1"/>
                </a:solidFill>
                <a:latin typeface="メイリオ"/>
                <a:ea typeface="メイリオ"/>
              </a:rPr>
              <a:t>RAGALL</a:t>
            </a:r>
            <a:r>
              <a:rPr lang="ja-JP" altLang="en-US" sz="1000">
                <a:solidFill>
                  <a:schemeClr val="tx1"/>
                </a:solidFill>
                <a:latin typeface="メイリオ"/>
                <a:ea typeface="メイリオ"/>
              </a:rPr>
              <a:t>で決定数を最大化できる状態を目指す。</a:t>
            </a:r>
          </a:p>
          <a:p>
            <a:r>
              <a:rPr lang="ja-JP" altLang="en-US" sz="1000">
                <a:solidFill>
                  <a:schemeClr val="tx1"/>
                </a:solidFill>
                <a:latin typeface="メイリオ"/>
                <a:ea typeface="メイリオ"/>
              </a:rPr>
              <a:t>【現状】</a:t>
            </a:r>
          </a:p>
          <a:p>
            <a:r>
              <a:rPr lang="ja-JP" altLang="en-US" sz="1000">
                <a:solidFill>
                  <a:schemeClr val="tx1"/>
                </a:solidFill>
                <a:latin typeface="メイリオ"/>
                <a:ea typeface="メイリオ"/>
              </a:rPr>
              <a:t>　高年収帯求人領域：RAGALLで未決定率が高いが、年収900万円を境にHGCがRAよりも決定率が高い状態。</a:t>
            </a:r>
          </a:p>
          <a:p>
            <a:r>
              <a:rPr lang="ja-JP" altLang="en-US" sz="1000">
                <a:solidFill>
                  <a:schemeClr val="tx1"/>
                </a:solidFill>
                <a:latin typeface="メイリオ"/>
                <a:ea typeface="メイリオ"/>
              </a:rPr>
              <a:t>　高年収帯CS領域：RAGALLで未決定率が高いが、HCSが</a:t>
            </a:r>
            <a:r>
              <a:rPr lang="en-US" altLang="ja-JP" sz="1000">
                <a:solidFill>
                  <a:schemeClr val="tx1"/>
                </a:solidFill>
                <a:latin typeface="メイリオ"/>
                <a:ea typeface="メイリオ"/>
              </a:rPr>
              <a:t>HGC</a:t>
            </a:r>
            <a:r>
              <a:rPr lang="ja-JP" altLang="en-US" sz="1000">
                <a:solidFill>
                  <a:schemeClr val="tx1"/>
                </a:solidFill>
                <a:latin typeface="メイリオ"/>
                <a:ea typeface="メイリオ"/>
              </a:rPr>
              <a:t>よりも面談決定率が高い状態。</a:t>
            </a:r>
          </a:p>
          <a:p>
            <a:r>
              <a:rPr lang="ja-JP" altLang="en-US" sz="1000">
                <a:solidFill>
                  <a:schemeClr val="tx1"/>
                </a:solidFill>
                <a:latin typeface="メイリオ"/>
                <a:ea typeface="メイリオ"/>
              </a:rPr>
              <a:t>【</a:t>
            </a:r>
            <a:r>
              <a:rPr lang="ja-JP" sz="1000">
                <a:solidFill>
                  <a:schemeClr val="tx1"/>
                </a:solidFill>
                <a:latin typeface="Meiryo"/>
                <a:ea typeface="Meiryo"/>
              </a:rPr>
              <a:t>戦略に伴う施策</a:t>
            </a:r>
            <a:r>
              <a:rPr lang="ja-JP" altLang="en-US" sz="1000">
                <a:solidFill>
                  <a:schemeClr val="tx1"/>
                </a:solidFill>
                <a:latin typeface="メイリオ"/>
                <a:ea typeface="メイリオ"/>
              </a:rPr>
              <a:t>】</a:t>
            </a:r>
          </a:p>
          <a:p>
            <a:r>
              <a:rPr lang="ja-JP" altLang="en-US" sz="1000">
                <a:solidFill>
                  <a:schemeClr val="tx1"/>
                </a:solidFill>
                <a:latin typeface="メイリオ"/>
                <a:ea typeface="メイリオ"/>
              </a:rPr>
              <a:t>・高年収帯CSをHCSに移管</a:t>
            </a:r>
            <a:r>
              <a:rPr lang="en-US" altLang="ja-JP" sz="1000">
                <a:solidFill>
                  <a:schemeClr val="tx1"/>
                </a:solidFill>
                <a:latin typeface="メイリオ"/>
                <a:ea typeface="メイリオ"/>
              </a:rPr>
              <a:t>(</a:t>
            </a:r>
            <a:r>
              <a:rPr lang="ja-JP" altLang="en-US" sz="1000">
                <a:solidFill>
                  <a:schemeClr val="tx1"/>
                </a:solidFill>
                <a:latin typeface="メイリオ"/>
                <a:ea typeface="メイリオ"/>
              </a:rPr>
              <a:t>＝オーナーCA業務を移管</a:t>
            </a:r>
            <a:r>
              <a:rPr lang="en-US" altLang="ja-JP" sz="1000">
                <a:solidFill>
                  <a:schemeClr val="tx1"/>
                </a:solidFill>
                <a:latin typeface="メイリオ"/>
                <a:ea typeface="メイリオ"/>
              </a:rPr>
              <a:t>)</a:t>
            </a:r>
            <a:r>
              <a:rPr lang="ja-JP" altLang="en-US" sz="1000">
                <a:solidFill>
                  <a:schemeClr val="tx1"/>
                </a:solidFill>
                <a:latin typeface="メイリオ"/>
                <a:ea typeface="メイリオ"/>
              </a:rPr>
              <a:t>することでHGC工数を空け、クライアント</a:t>
            </a:r>
            <a:r>
              <a:rPr lang="ja-JP" altLang="en-US" sz="1000">
                <a:solidFill>
                  <a:schemeClr val="tx1"/>
                </a:solidFill>
                <a:latin typeface="+mj-ea"/>
                <a:ea typeface="+mj-ea"/>
              </a:rPr>
              <a:t>エージェントとして</a:t>
            </a:r>
            <a:endParaRPr lang="en-US" altLang="ja-JP" sz="1000">
              <a:solidFill>
                <a:schemeClr val="tx1"/>
              </a:solidFill>
              <a:latin typeface="+mj-ea"/>
              <a:ea typeface="+mj-ea"/>
            </a:endParaRPr>
          </a:p>
          <a:p>
            <a:r>
              <a:rPr lang="ja-JP" altLang="en-US" sz="1000">
                <a:solidFill>
                  <a:schemeClr val="tx1"/>
                </a:solidFill>
                <a:latin typeface="+mj-ea"/>
                <a:ea typeface="+mj-ea"/>
              </a:rPr>
              <a:t>　「ハイキャリア求人の充足率を高める組織」へと仕組み変更を行い、</a:t>
            </a:r>
            <a:r>
              <a:rPr lang="en-US" altLang="ja-JP" sz="1000">
                <a:solidFill>
                  <a:schemeClr val="tx1"/>
                </a:solidFill>
                <a:latin typeface="+mj-ea"/>
                <a:ea typeface="+mj-ea"/>
              </a:rPr>
              <a:t>HGC</a:t>
            </a:r>
            <a:r>
              <a:rPr lang="ja-JP" altLang="en-US" sz="1000">
                <a:solidFill>
                  <a:schemeClr val="tx1"/>
                </a:solidFill>
                <a:latin typeface="+mj-ea"/>
                <a:ea typeface="+mj-ea"/>
              </a:rPr>
              <a:t>が強みとする</a:t>
            </a:r>
            <a:r>
              <a:rPr kumimoji="1" lang="ja-JP" altLang="en-US" sz="1000" b="0" i="0" u="none" strike="noStrike" kern="1200" cap="none" spc="0" normalizeH="0" baseline="0" noProof="0">
                <a:ln>
                  <a:noFill/>
                </a:ln>
                <a:solidFill>
                  <a:srgbClr val="000000"/>
                </a:solidFill>
                <a:effectLst/>
                <a:uLnTx/>
                <a:uFillTx/>
                <a:latin typeface="メイリオ"/>
                <a:ea typeface="メイリオ"/>
                <a:cs typeface="+mn-cs"/>
              </a:rPr>
              <a:t>スカウト～進捗に工数投下を</a:t>
            </a:r>
            <a:endParaRPr kumimoji="1" lang="en-US" altLang="ja-JP" sz="1000" b="0" i="0" u="none" strike="noStrike" kern="1200" cap="none" spc="0" normalizeH="0" baseline="0" noProof="0">
              <a:ln>
                <a:noFill/>
              </a:ln>
              <a:solidFill>
                <a:srgbClr val="000000"/>
              </a:solidFill>
              <a:effectLst/>
              <a:uLnTx/>
              <a:uFillTx/>
              <a:latin typeface="メイリオ"/>
              <a:ea typeface="メイリオ"/>
              <a:cs typeface="+mn-cs"/>
            </a:endParaRPr>
          </a:p>
          <a:p>
            <a:r>
              <a:rPr lang="ja-JP" altLang="en-US" sz="1000">
                <a:solidFill>
                  <a:srgbClr val="000000"/>
                </a:solidFill>
                <a:latin typeface="メイリオ"/>
                <a:ea typeface="メイリオ"/>
              </a:rPr>
              <a:t>　</a:t>
            </a:r>
            <a:r>
              <a:rPr kumimoji="1" lang="ja-JP" altLang="en-US" sz="1000" b="0" i="0" u="none" strike="noStrike" kern="1200" cap="none" spc="0" normalizeH="0" baseline="0" noProof="0">
                <a:ln>
                  <a:noFill/>
                </a:ln>
                <a:solidFill>
                  <a:srgbClr val="000000"/>
                </a:solidFill>
                <a:effectLst/>
                <a:uLnTx/>
                <a:uFillTx/>
                <a:latin typeface="メイリオ"/>
                <a:ea typeface="メイリオ"/>
                <a:cs typeface="+mn-cs"/>
              </a:rPr>
              <a:t>することで求人充足率向上に注力する。</a:t>
            </a:r>
            <a:endParaRPr lang="en-US" altLang="ja-JP" sz="1000">
              <a:solidFill>
                <a:schemeClr val="tx1"/>
              </a:solidFill>
              <a:latin typeface="+mj-ea"/>
              <a:ea typeface="+mj-ea"/>
            </a:endParaRPr>
          </a:p>
          <a:p>
            <a:pPr algn="l"/>
            <a:r>
              <a:rPr lang="ja-JP" altLang="en-US" sz="1000">
                <a:solidFill>
                  <a:schemeClr val="tx1"/>
                </a:solidFill>
                <a:latin typeface="メイリオ"/>
                <a:ea typeface="メイリオ"/>
              </a:rPr>
              <a:t>・</a:t>
            </a:r>
            <a:r>
              <a:rPr lang="en-US" altLang="ja-JP" sz="1000">
                <a:solidFill>
                  <a:schemeClr val="tx1"/>
                </a:solidFill>
                <a:latin typeface="メイリオ"/>
                <a:ea typeface="メイリオ"/>
              </a:rPr>
              <a:t>HGC</a:t>
            </a:r>
            <a:r>
              <a:rPr lang="ja-JP" altLang="en-US" sz="1000">
                <a:solidFill>
                  <a:schemeClr val="tx1"/>
                </a:solidFill>
                <a:latin typeface="+mj-ea"/>
                <a:ea typeface="+mj-ea"/>
              </a:rPr>
              <a:t>オーナー</a:t>
            </a:r>
            <a:r>
              <a:rPr lang="en-US" altLang="ja-JP" sz="1000">
                <a:solidFill>
                  <a:schemeClr val="tx1"/>
                </a:solidFill>
                <a:latin typeface="+mj-ea"/>
                <a:ea typeface="+mj-ea"/>
              </a:rPr>
              <a:t>CS</a:t>
            </a:r>
            <a:r>
              <a:rPr lang="ja-JP" altLang="en-US" sz="1000">
                <a:solidFill>
                  <a:schemeClr val="tx1"/>
                </a:solidFill>
                <a:latin typeface="+mj-ea"/>
                <a:ea typeface="+mj-ea"/>
              </a:rPr>
              <a:t>は</a:t>
            </a:r>
            <a:r>
              <a:rPr lang="en-US" altLang="ja-JP" sz="1000">
                <a:solidFill>
                  <a:schemeClr val="tx1"/>
                </a:solidFill>
                <a:latin typeface="+mj-ea"/>
                <a:ea typeface="+mj-ea"/>
              </a:rPr>
              <a:t>HCS</a:t>
            </a:r>
            <a:r>
              <a:rPr lang="ja-JP" altLang="en-US" sz="1000">
                <a:solidFill>
                  <a:schemeClr val="tx1"/>
                </a:solidFill>
                <a:latin typeface="+mj-ea"/>
                <a:ea typeface="+mj-ea"/>
              </a:rPr>
              <a:t>に移管し、</a:t>
            </a:r>
            <a:r>
              <a:rPr lang="en-US" altLang="ja-JP" sz="1000">
                <a:solidFill>
                  <a:schemeClr val="tx1"/>
                </a:solidFill>
                <a:latin typeface="+mj-ea"/>
                <a:ea typeface="+mj-ea"/>
              </a:rPr>
              <a:t>CS</a:t>
            </a:r>
            <a:r>
              <a:rPr lang="ja-JP" altLang="en-US" sz="1000">
                <a:solidFill>
                  <a:schemeClr val="tx1"/>
                </a:solidFill>
                <a:latin typeface="+mj-ea"/>
                <a:ea typeface="+mj-ea"/>
              </a:rPr>
              <a:t>への複数提案や継続支援を行うことで更なる決定率向上可能性があると見立て。</a:t>
            </a:r>
            <a:endParaRPr lang="en-US" altLang="ja-JP" sz="1000">
              <a:solidFill>
                <a:schemeClr val="tx1"/>
              </a:solidFill>
              <a:latin typeface="メイリオ"/>
              <a:ea typeface="メイリオ"/>
            </a:endParaRPr>
          </a:p>
          <a:p>
            <a:r>
              <a:rPr lang="en-US" altLang="ja-JP" sz="1000">
                <a:solidFill>
                  <a:schemeClr val="tx1"/>
                </a:solidFill>
                <a:latin typeface="メイリオ"/>
                <a:ea typeface="メイリオ"/>
              </a:rPr>
              <a:t>【</a:t>
            </a:r>
            <a:r>
              <a:rPr lang="ja-JP" altLang="en-US" sz="1000">
                <a:solidFill>
                  <a:schemeClr val="tx1"/>
                </a:solidFill>
                <a:latin typeface="メイリオ"/>
                <a:ea typeface="メイリオ"/>
              </a:rPr>
              <a:t>移管スケジュール</a:t>
            </a:r>
            <a:r>
              <a:rPr lang="en-US" altLang="ja-JP" sz="1000">
                <a:solidFill>
                  <a:schemeClr val="tx1"/>
                </a:solidFill>
                <a:latin typeface="メイリオ"/>
                <a:ea typeface="メイリオ"/>
              </a:rPr>
              <a:t>】</a:t>
            </a:r>
            <a:endParaRPr lang="ja-JP" altLang="en-US" sz="1000">
              <a:solidFill>
                <a:schemeClr val="tx1"/>
              </a:solidFill>
              <a:latin typeface="メイリオ"/>
              <a:ea typeface="メイリオ"/>
            </a:endParaRPr>
          </a:p>
          <a:p>
            <a:r>
              <a:rPr lang="ja-JP" altLang="en-US" sz="1000">
                <a:solidFill>
                  <a:schemeClr val="tx1"/>
                </a:solidFill>
                <a:latin typeface="メイリオ" panose="020B0604030504040204" pitchFamily="50" charset="-128"/>
                <a:ea typeface="メイリオ" panose="020B0604030504040204" pitchFamily="50" charset="-128"/>
              </a:rPr>
              <a:t>・</a:t>
            </a:r>
            <a:r>
              <a:rPr lang="en-US" altLang="ja-JP" sz="1000">
                <a:solidFill>
                  <a:schemeClr val="tx1"/>
                </a:solidFill>
                <a:latin typeface="メイリオ" panose="020B0604030504040204" pitchFamily="50" charset="-128"/>
                <a:ea typeface="メイリオ" panose="020B0604030504040204" pitchFamily="50" charset="-128"/>
              </a:rPr>
              <a:t>HCS</a:t>
            </a:r>
            <a:r>
              <a:rPr lang="ja-JP" altLang="en-US" sz="1000">
                <a:solidFill>
                  <a:schemeClr val="tx1"/>
                </a:solidFill>
                <a:latin typeface="メイリオ" panose="020B0604030504040204" pitchFamily="50" charset="-128"/>
                <a:ea typeface="メイリオ" panose="020B0604030504040204" pitchFamily="50" charset="-128"/>
              </a:rPr>
              <a:t>の空き工数から受け入れ可能数を算出し、同時に大量の</a:t>
            </a:r>
            <a:r>
              <a:rPr lang="en-US" altLang="ja-JP" sz="1000">
                <a:solidFill>
                  <a:schemeClr val="tx1"/>
                </a:solidFill>
                <a:latin typeface="メイリオ" panose="020B0604030504040204" pitchFamily="50" charset="-128"/>
                <a:ea typeface="メイリオ" panose="020B0604030504040204" pitchFamily="50" charset="-128"/>
              </a:rPr>
              <a:t>CS</a:t>
            </a:r>
            <a:r>
              <a:rPr lang="ja-JP" altLang="en-US" sz="1000">
                <a:solidFill>
                  <a:schemeClr val="tx1"/>
                </a:solidFill>
                <a:latin typeface="メイリオ" panose="020B0604030504040204" pitchFamily="50" charset="-128"/>
                <a:ea typeface="メイリオ" panose="020B0604030504040204" pitchFamily="50" charset="-128"/>
              </a:rPr>
              <a:t>引き継ぎが発生しないよう</a:t>
            </a:r>
            <a:r>
              <a:rPr lang="en-US" altLang="ja-JP" sz="1000">
                <a:solidFill>
                  <a:schemeClr val="tx1"/>
                </a:solidFill>
                <a:latin typeface="メイリオ" panose="020B0604030504040204" pitchFamily="50" charset="-128"/>
                <a:ea typeface="メイリオ" panose="020B0604030504040204" pitchFamily="50" charset="-128"/>
              </a:rPr>
              <a:t>CS</a:t>
            </a:r>
            <a:r>
              <a:rPr lang="ja-JP" altLang="en-US" sz="1000">
                <a:solidFill>
                  <a:schemeClr val="tx1"/>
                </a:solidFill>
                <a:latin typeface="メイリオ" panose="020B0604030504040204" pitchFamily="50" charset="-128"/>
                <a:ea typeface="メイリオ" panose="020B0604030504040204" pitchFamily="50" charset="-128"/>
              </a:rPr>
              <a:t>属性を</a:t>
            </a:r>
            <a:r>
              <a:rPr lang="en-US" altLang="ja-JP" sz="1000">
                <a:solidFill>
                  <a:schemeClr val="tx1"/>
                </a:solidFill>
                <a:latin typeface="メイリオ" panose="020B0604030504040204" pitchFamily="50" charset="-128"/>
                <a:ea typeface="メイリオ" panose="020B0604030504040204" pitchFamily="50" charset="-128"/>
              </a:rPr>
              <a:t>4</a:t>
            </a:r>
            <a:r>
              <a:rPr lang="ja-JP" altLang="en-US" sz="1000">
                <a:solidFill>
                  <a:schemeClr val="tx1"/>
                </a:solidFill>
                <a:latin typeface="メイリオ" panose="020B0604030504040204" pitchFamily="50" charset="-128"/>
                <a:ea typeface="メイリオ" panose="020B0604030504040204" pitchFamily="50" charset="-128"/>
              </a:rPr>
              <a:t>つに分類のうえ、</a:t>
            </a:r>
            <a:endParaRPr lang="en-US" altLang="ja-JP" sz="1000">
              <a:solidFill>
                <a:schemeClr val="tx1"/>
              </a:solidFill>
              <a:latin typeface="メイリオ" panose="020B0604030504040204" pitchFamily="50" charset="-128"/>
              <a:ea typeface="メイリオ" panose="020B0604030504040204" pitchFamily="50" charset="-128"/>
            </a:endParaRPr>
          </a:p>
          <a:p>
            <a:r>
              <a:rPr lang="ja-JP" altLang="en-US" sz="1000">
                <a:solidFill>
                  <a:schemeClr val="tx1"/>
                </a:solidFill>
                <a:latin typeface="メイリオ" panose="020B0604030504040204" pitchFamily="50" charset="-128"/>
                <a:ea typeface="メイリオ" panose="020B0604030504040204" pitchFamily="50" charset="-128"/>
              </a:rPr>
              <a:t>　以下のとおり順次移管を行う。</a:t>
            </a:r>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a:solidFill>
                <a:schemeClr val="tx1"/>
              </a:solidFill>
              <a:latin typeface="メイリオ" panose="020B0604030504040204" pitchFamily="50" charset="-128"/>
              <a:ea typeface="メイリオ" panose="020B0604030504040204" pitchFamily="50" charset="-128"/>
            </a:endParaRPr>
          </a:p>
          <a:p>
            <a:r>
              <a:rPr lang="ja-JP" altLang="en-US" sz="1000">
                <a:solidFill>
                  <a:schemeClr val="tx1"/>
                </a:solidFill>
                <a:latin typeface="メイリオ" panose="020B0604030504040204" pitchFamily="50" charset="-128"/>
                <a:ea typeface="メイリオ" panose="020B0604030504040204" pitchFamily="50" charset="-128"/>
              </a:rPr>
              <a:t>　</a:t>
            </a:r>
            <a:r>
              <a:rPr lang="ja-JP" altLang="en-US" sz="1000">
                <a:solidFill>
                  <a:schemeClr val="tx1"/>
                </a:solidFill>
                <a:latin typeface="メイリオ"/>
                <a:ea typeface="メイリオ"/>
              </a:rPr>
              <a:t>④進捗なしストック</a:t>
            </a:r>
            <a:r>
              <a:rPr lang="en-US" altLang="ja-JP" sz="1000">
                <a:solidFill>
                  <a:schemeClr val="tx1"/>
                </a:solidFill>
                <a:latin typeface="メイリオ"/>
                <a:ea typeface="メイリオ"/>
              </a:rPr>
              <a:t>CS</a:t>
            </a:r>
          </a:p>
          <a:p>
            <a:r>
              <a:rPr lang="ja-JP" altLang="en-US" sz="1000">
                <a:solidFill>
                  <a:schemeClr val="tx1"/>
                </a:solidFill>
                <a:latin typeface="メイリオ"/>
                <a:ea typeface="メイリオ"/>
              </a:rPr>
              <a:t>　└</a:t>
            </a:r>
            <a:r>
              <a:rPr lang="en-US" altLang="ja-JP" sz="1000">
                <a:solidFill>
                  <a:schemeClr val="tx1"/>
                </a:solidFill>
                <a:latin typeface="メイリオ"/>
                <a:ea typeface="メイリオ"/>
              </a:rPr>
              <a:t>HCS</a:t>
            </a:r>
            <a:r>
              <a:rPr lang="ja-JP" altLang="en-US" sz="1000">
                <a:solidFill>
                  <a:schemeClr val="tx1"/>
                </a:solidFill>
                <a:latin typeface="メイリオ"/>
                <a:ea typeface="メイリオ"/>
              </a:rPr>
              <a:t>の</a:t>
            </a:r>
            <a:r>
              <a:rPr lang="en-US" altLang="ja-JP" sz="1000">
                <a:solidFill>
                  <a:schemeClr val="tx1"/>
                </a:solidFill>
                <a:latin typeface="メイリオ"/>
                <a:ea typeface="メイリオ"/>
              </a:rPr>
              <a:t>1Q</a:t>
            </a:r>
            <a:r>
              <a:rPr lang="ja-JP" altLang="en-US" sz="1000">
                <a:solidFill>
                  <a:schemeClr val="tx1"/>
                </a:solidFill>
                <a:latin typeface="メイリオ"/>
                <a:ea typeface="メイリオ"/>
              </a:rPr>
              <a:t>空き工数をもとに</a:t>
            </a:r>
            <a:r>
              <a:rPr lang="en-US" altLang="ja-JP" sz="1000">
                <a:solidFill>
                  <a:schemeClr val="tx1"/>
                </a:solidFill>
                <a:latin typeface="メイリオ"/>
                <a:ea typeface="メイリオ"/>
              </a:rPr>
              <a:t>6</a:t>
            </a:r>
            <a:r>
              <a:rPr lang="ja-JP" altLang="en-US" sz="1000">
                <a:solidFill>
                  <a:schemeClr val="tx1"/>
                </a:solidFill>
                <a:latin typeface="メイリオ"/>
                <a:ea typeface="メイリオ"/>
              </a:rPr>
              <a:t>月中に進捗なしストック</a:t>
            </a:r>
            <a:r>
              <a:rPr lang="en-US" altLang="ja-JP" sz="1000">
                <a:solidFill>
                  <a:schemeClr val="tx1"/>
                </a:solidFill>
                <a:latin typeface="メイリオ"/>
                <a:ea typeface="メイリオ"/>
              </a:rPr>
              <a:t>CS</a:t>
            </a:r>
            <a:r>
              <a:rPr lang="ja-JP" altLang="en-US" sz="1000">
                <a:solidFill>
                  <a:schemeClr val="tx1"/>
                </a:solidFill>
                <a:latin typeface="メイリオ"/>
                <a:ea typeface="メイリオ"/>
              </a:rPr>
              <a:t>を約</a:t>
            </a:r>
            <a:r>
              <a:rPr lang="en-US" altLang="ja-JP" sz="1000">
                <a:solidFill>
                  <a:schemeClr val="tx1"/>
                </a:solidFill>
                <a:latin typeface="メイリオ"/>
                <a:ea typeface="メイリオ"/>
              </a:rPr>
              <a:t>900</a:t>
            </a:r>
            <a:r>
              <a:rPr lang="ja-JP" altLang="en-US" sz="1000">
                <a:solidFill>
                  <a:schemeClr val="tx1"/>
                </a:solidFill>
                <a:latin typeface="メイリオ"/>
                <a:ea typeface="メイリオ"/>
              </a:rPr>
              <a:t>名移管、6月移管以外の残CSは移管時期調整中</a:t>
            </a:r>
            <a:endParaRPr lang="en-US" altLang="ja-JP" sz="1000">
              <a:solidFill>
                <a:schemeClr val="tx1"/>
              </a:solidFill>
              <a:latin typeface="メイリオ" panose="020B0604030504040204" pitchFamily="50" charset="-128"/>
              <a:ea typeface="メイリオ" panose="020B0604030504040204" pitchFamily="50" charset="-128"/>
            </a:endParaRPr>
          </a:p>
          <a:p>
            <a:r>
              <a:rPr lang="ja-JP" altLang="en-US" sz="1000">
                <a:solidFill>
                  <a:schemeClr val="tx1"/>
                </a:solidFill>
                <a:latin typeface="メイリオ" panose="020B0604030504040204" pitchFamily="50" charset="-128"/>
                <a:ea typeface="メイリオ" panose="020B0604030504040204" pitchFamily="50" charset="-128"/>
              </a:rPr>
              <a:t>　①フロー</a:t>
            </a:r>
            <a:r>
              <a:rPr lang="en-US" altLang="ja-JP" sz="1000">
                <a:solidFill>
                  <a:schemeClr val="tx1"/>
                </a:solidFill>
                <a:latin typeface="メイリオ" panose="020B0604030504040204" pitchFamily="50" charset="-128"/>
                <a:ea typeface="メイリオ" panose="020B0604030504040204" pitchFamily="50" charset="-128"/>
              </a:rPr>
              <a:t>CS</a:t>
            </a:r>
          </a:p>
          <a:p>
            <a:r>
              <a:rPr lang="ja-JP" altLang="en-US" sz="1000">
                <a:solidFill>
                  <a:schemeClr val="tx1"/>
                </a:solidFill>
                <a:latin typeface="メイリオ" panose="020B0604030504040204" pitchFamily="50" charset="-128"/>
                <a:ea typeface="メイリオ" panose="020B0604030504040204" pitchFamily="50" charset="-128"/>
              </a:rPr>
              <a:t>　└</a:t>
            </a:r>
            <a:r>
              <a:rPr lang="en-US" altLang="ja-JP" sz="1000">
                <a:solidFill>
                  <a:schemeClr val="tx1"/>
                </a:solidFill>
                <a:latin typeface="メイリオ" panose="020B0604030504040204" pitchFamily="50" charset="-128"/>
                <a:ea typeface="メイリオ" panose="020B0604030504040204" pitchFamily="50" charset="-128"/>
              </a:rPr>
              <a:t>7</a:t>
            </a:r>
            <a:r>
              <a:rPr lang="ja-JP" altLang="en-US" sz="1000">
                <a:solidFill>
                  <a:schemeClr val="tx1"/>
                </a:solidFill>
                <a:latin typeface="メイリオ" panose="020B0604030504040204" pitchFamily="50" charset="-128"/>
                <a:ea typeface="メイリオ" panose="020B0604030504040204" pitchFamily="50" charset="-128"/>
              </a:rPr>
              <a:t>月以降、</a:t>
            </a:r>
            <a:r>
              <a:rPr lang="en-US" altLang="ja-JP" sz="1000">
                <a:solidFill>
                  <a:schemeClr val="tx1"/>
                </a:solidFill>
                <a:latin typeface="メイリオ" panose="020B0604030504040204" pitchFamily="50" charset="-128"/>
                <a:ea typeface="メイリオ" panose="020B0604030504040204" pitchFamily="50" charset="-128"/>
              </a:rPr>
              <a:t>HGC</a:t>
            </a:r>
            <a:r>
              <a:rPr lang="ja-JP" altLang="en-US" sz="1000">
                <a:solidFill>
                  <a:schemeClr val="tx1"/>
                </a:solidFill>
                <a:latin typeface="メイリオ" panose="020B0604030504040204" pitchFamily="50" charset="-128"/>
                <a:ea typeface="メイリオ" panose="020B0604030504040204" pitchFamily="50" charset="-128"/>
              </a:rPr>
              <a:t>がスカウトした</a:t>
            </a:r>
            <a:r>
              <a:rPr lang="en-US" altLang="ja-JP" sz="1000">
                <a:solidFill>
                  <a:schemeClr val="tx1"/>
                </a:solidFill>
                <a:latin typeface="メイリオ" panose="020B0604030504040204" pitchFamily="50" charset="-128"/>
                <a:ea typeface="メイリオ" panose="020B0604030504040204" pitchFamily="50" charset="-128"/>
              </a:rPr>
              <a:t>CS</a:t>
            </a:r>
            <a:r>
              <a:rPr lang="ja-JP" altLang="en-US" sz="1000">
                <a:solidFill>
                  <a:schemeClr val="tx1"/>
                </a:solidFill>
                <a:latin typeface="メイリオ" panose="020B0604030504040204" pitchFamily="50" charset="-128"/>
                <a:ea typeface="メイリオ" panose="020B0604030504040204" pitchFamily="50" charset="-128"/>
              </a:rPr>
              <a:t>のうちオーナー面談</a:t>
            </a:r>
            <a:r>
              <a:rPr lang="en-US" altLang="ja-JP" sz="1000">
                <a:solidFill>
                  <a:schemeClr val="tx1"/>
                </a:solidFill>
                <a:latin typeface="メイリオ" panose="020B0604030504040204" pitchFamily="50" charset="-128"/>
                <a:ea typeface="メイリオ" panose="020B0604030504040204" pitchFamily="50" charset="-128"/>
              </a:rPr>
              <a:t>(</a:t>
            </a:r>
            <a:r>
              <a:rPr lang="ja-JP" altLang="en-US" sz="1000">
                <a:solidFill>
                  <a:schemeClr val="tx1"/>
                </a:solidFill>
                <a:latin typeface="メイリオ" panose="020B0604030504040204" pitchFamily="50" charset="-128"/>
                <a:ea typeface="メイリオ" panose="020B0604030504040204" pitchFamily="50" charset="-128"/>
              </a:rPr>
              <a:t>スカウト案件以外の紹介など</a:t>
            </a:r>
            <a:r>
              <a:rPr lang="en-US" altLang="ja-JP" sz="1000">
                <a:solidFill>
                  <a:schemeClr val="tx1"/>
                </a:solidFill>
                <a:latin typeface="メイリオ" panose="020B0604030504040204" pitchFamily="50" charset="-128"/>
                <a:ea typeface="メイリオ" panose="020B0604030504040204" pitchFamily="50" charset="-128"/>
              </a:rPr>
              <a:t>)</a:t>
            </a:r>
            <a:r>
              <a:rPr lang="ja-JP" altLang="en-US" sz="1000">
                <a:solidFill>
                  <a:schemeClr val="tx1"/>
                </a:solidFill>
                <a:latin typeface="メイリオ" panose="020B0604030504040204" pitchFamily="50" charset="-128"/>
                <a:ea typeface="メイリオ" panose="020B0604030504040204" pitchFamily="50" charset="-128"/>
              </a:rPr>
              <a:t>を希望する</a:t>
            </a:r>
            <a:r>
              <a:rPr lang="en-US" altLang="ja-JP" sz="1000">
                <a:solidFill>
                  <a:schemeClr val="tx1"/>
                </a:solidFill>
                <a:latin typeface="メイリオ" panose="020B0604030504040204" pitchFamily="50" charset="-128"/>
                <a:ea typeface="メイリオ" panose="020B0604030504040204" pitchFamily="50" charset="-128"/>
              </a:rPr>
              <a:t>CS</a:t>
            </a:r>
            <a:r>
              <a:rPr lang="ja-JP" altLang="en-US" sz="1000">
                <a:solidFill>
                  <a:schemeClr val="tx1"/>
                </a:solidFill>
                <a:latin typeface="メイリオ" panose="020B0604030504040204" pitchFamily="50" charset="-128"/>
                <a:ea typeface="メイリオ" panose="020B0604030504040204" pitchFamily="50" charset="-128"/>
              </a:rPr>
              <a:t>については、</a:t>
            </a:r>
            <a:endParaRPr lang="en-US" altLang="ja-JP" sz="1000">
              <a:solidFill>
                <a:schemeClr val="tx1"/>
              </a:solidFill>
              <a:latin typeface="メイリオ" panose="020B0604030504040204" pitchFamily="50" charset="-128"/>
              <a:ea typeface="メイリオ" panose="020B0604030504040204" pitchFamily="50" charset="-128"/>
            </a:endParaRPr>
          </a:p>
          <a:p>
            <a:r>
              <a:rPr lang="ja-JP" altLang="en-US" sz="1000">
                <a:solidFill>
                  <a:schemeClr val="tx1"/>
                </a:solidFill>
                <a:latin typeface="メイリオ" panose="020B0604030504040204" pitchFamily="50" charset="-128"/>
                <a:ea typeface="メイリオ" panose="020B0604030504040204" pitchFamily="50" charset="-128"/>
              </a:rPr>
              <a:t>　　</a:t>
            </a:r>
            <a:r>
              <a:rPr lang="en-US" altLang="ja-JP" sz="1000">
                <a:solidFill>
                  <a:schemeClr val="tx1"/>
                </a:solidFill>
                <a:latin typeface="メイリオ" panose="020B0604030504040204" pitchFamily="50" charset="-128"/>
                <a:ea typeface="メイリオ" panose="020B0604030504040204" pitchFamily="50" charset="-128"/>
              </a:rPr>
              <a:t>HCS</a:t>
            </a:r>
            <a:r>
              <a:rPr lang="ja-JP" altLang="en-US" sz="1000">
                <a:solidFill>
                  <a:schemeClr val="tx1"/>
                </a:solidFill>
                <a:latin typeface="メイリオ" panose="020B0604030504040204" pitchFamily="50" charset="-128"/>
                <a:ea typeface="メイリオ" panose="020B0604030504040204" pitchFamily="50" charset="-128"/>
              </a:rPr>
              <a:t>にてオーナー面談を実施</a:t>
            </a:r>
            <a:endParaRPr lang="en-US" altLang="ja-JP" sz="1000">
              <a:solidFill>
                <a:schemeClr val="tx1"/>
              </a:solidFill>
              <a:latin typeface="メイリオ" panose="020B0604030504040204" pitchFamily="50" charset="-128"/>
              <a:ea typeface="メイリオ" panose="020B0604030504040204" pitchFamily="50" charset="-128"/>
            </a:endParaRPr>
          </a:p>
          <a:p>
            <a:r>
              <a:rPr lang="ja-JP" altLang="en-US" sz="1000">
                <a:solidFill>
                  <a:schemeClr val="tx1"/>
                </a:solidFill>
                <a:latin typeface="メイリオ"/>
                <a:ea typeface="メイリオ"/>
              </a:rPr>
              <a:t>　└</a:t>
            </a:r>
            <a:r>
              <a:rPr lang="en-US" altLang="ja-JP" sz="1000">
                <a:solidFill>
                  <a:schemeClr val="tx1"/>
                </a:solidFill>
                <a:latin typeface="メイリオ"/>
                <a:ea typeface="メイリオ"/>
              </a:rPr>
              <a:t>7/1-12</a:t>
            </a:r>
            <a:r>
              <a:rPr lang="ja-JP" altLang="en-US" sz="1000">
                <a:solidFill>
                  <a:schemeClr val="tx1"/>
                </a:solidFill>
                <a:latin typeface="メイリオ"/>
                <a:ea typeface="メイリオ"/>
              </a:rPr>
              <a:t>のオーナー面談希望率から</a:t>
            </a:r>
            <a:r>
              <a:rPr lang="en-US" altLang="ja-JP" sz="1000">
                <a:solidFill>
                  <a:schemeClr val="tx1"/>
                </a:solidFill>
                <a:latin typeface="メイリオ"/>
                <a:ea typeface="メイリオ"/>
              </a:rPr>
              <a:t>2Q</a:t>
            </a:r>
            <a:r>
              <a:rPr lang="ja-JP" altLang="en-US" sz="1000">
                <a:solidFill>
                  <a:schemeClr val="tx1"/>
                </a:solidFill>
                <a:latin typeface="メイリオ"/>
                <a:ea typeface="メイリオ"/>
              </a:rPr>
              <a:t>面談総数を試算し、</a:t>
            </a:r>
            <a:r>
              <a:rPr lang="en-US" altLang="ja-JP" sz="1000">
                <a:solidFill>
                  <a:schemeClr val="tx1"/>
                </a:solidFill>
                <a:latin typeface="メイリオ"/>
                <a:ea typeface="メイリオ"/>
              </a:rPr>
              <a:t>HCS</a:t>
            </a:r>
            <a:r>
              <a:rPr lang="ja-JP" altLang="en-US" sz="1000">
                <a:solidFill>
                  <a:schemeClr val="tx1"/>
                </a:solidFill>
                <a:latin typeface="メイリオ"/>
                <a:ea typeface="メイリオ"/>
              </a:rPr>
              <a:t>空き工数</a:t>
            </a:r>
            <a:r>
              <a:rPr lang="en-US" altLang="ja-JP" sz="1000">
                <a:solidFill>
                  <a:schemeClr val="tx1"/>
                </a:solidFill>
                <a:latin typeface="メイリオ"/>
                <a:ea typeface="メイリオ"/>
              </a:rPr>
              <a:t>1600</a:t>
            </a:r>
            <a:r>
              <a:rPr lang="ja-JP" altLang="en-US" sz="1000">
                <a:solidFill>
                  <a:schemeClr val="tx1"/>
                </a:solidFill>
                <a:latin typeface="メイリオ"/>
                <a:ea typeface="メイリオ"/>
              </a:rPr>
              <a:t>名以下となる場合は</a:t>
            </a:r>
            <a:r>
              <a:rPr lang="en-US" altLang="ja-JP" sz="1000">
                <a:solidFill>
                  <a:schemeClr val="tx1"/>
                </a:solidFill>
                <a:latin typeface="メイリオ"/>
                <a:ea typeface="メイリオ"/>
              </a:rPr>
              <a:t>2Q</a:t>
            </a:r>
            <a:r>
              <a:rPr lang="ja-JP" altLang="en-US" sz="1000">
                <a:solidFill>
                  <a:schemeClr val="tx1"/>
                </a:solidFill>
                <a:latin typeface="メイリオ"/>
                <a:ea typeface="メイリオ"/>
              </a:rPr>
              <a:t>中に②を追加移管</a:t>
            </a:r>
            <a:endParaRPr lang="en-US" altLang="ja-JP" sz="1000">
              <a:solidFill>
                <a:schemeClr val="tx1"/>
              </a:solidFill>
              <a:latin typeface="メイリオ"/>
              <a:ea typeface="メイリオ"/>
            </a:endParaRPr>
          </a:p>
          <a:p>
            <a:r>
              <a:rPr lang="ja-JP" altLang="en-US" sz="1000">
                <a:solidFill>
                  <a:schemeClr val="tx1"/>
                </a:solidFill>
                <a:latin typeface="メイリオ" panose="020B0604030504040204" pitchFamily="50" charset="-128"/>
                <a:ea typeface="メイリオ" panose="020B0604030504040204" pitchFamily="50" charset="-128"/>
              </a:rPr>
              <a:t>　②中長期</a:t>
            </a:r>
            <a:r>
              <a:rPr lang="en-US" altLang="ja-JP" sz="1000">
                <a:solidFill>
                  <a:schemeClr val="tx1"/>
                </a:solidFill>
                <a:latin typeface="メイリオ" panose="020B0604030504040204" pitchFamily="50" charset="-128"/>
                <a:ea typeface="メイリオ" panose="020B0604030504040204" pitchFamily="50" charset="-128"/>
              </a:rPr>
              <a:t>DBCS</a:t>
            </a:r>
          </a:p>
          <a:p>
            <a:r>
              <a:rPr lang="ja-JP" altLang="en-US" sz="1000">
                <a:solidFill>
                  <a:schemeClr val="tx1"/>
                </a:solidFill>
                <a:latin typeface="メイリオ"/>
                <a:ea typeface="メイリオ"/>
              </a:rPr>
              <a:t>　└移管時期調整中</a:t>
            </a:r>
            <a:r>
              <a:rPr lang="en-US" altLang="ja-JP" sz="1000">
                <a:solidFill>
                  <a:schemeClr val="tx1"/>
                </a:solidFill>
                <a:latin typeface="メイリオ"/>
                <a:ea typeface="メイリオ"/>
              </a:rPr>
              <a:t>(</a:t>
            </a:r>
            <a:r>
              <a:rPr lang="ja-JP" altLang="en-US" sz="1000">
                <a:solidFill>
                  <a:schemeClr val="tx1"/>
                </a:solidFill>
                <a:latin typeface="メイリオ"/>
                <a:ea typeface="メイリオ"/>
              </a:rPr>
              <a:t>①の移管が1600名以下の場合には2Q中移管、1600名以上の場合には3Q移管</a:t>
            </a:r>
            <a:r>
              <a:rPr lang="en-US" altLang="ja-JP" sz="1000">
                <a:solidFill>
                  <a:schemeClr val="tx1"/>
                </a:solidFill>
                <a:latin typeface="メイリオ"/>
                <a:ea typeface="メイリオ"/>
              </a:rPr>
              <a:t>)</a:t>
            </a:r>
            <a:endParaRPr lang="en-US" altLang="ja-JP" sz="1000">
              <a:solidFill>
                <a:schemeClr val="tx1"/>
              </a:solidFill>
              <a:latin typeface="メイリオ" panose="020B0604030504040204" pitchFamily="50" charset="-128"/>
              <a:ea typeface="メイリオ" panose="020B0604030504040204" pitchFamily="50" charset="-128"/>
            </a:endParaRPr>
          </a:p>
          <a:p>
            <a:r>
              <a:rPr lang="ja-JP" altLang="en-US" sz="1000">
                <a:solidFill>
                  <a:schemeClr val="tx1"/>
                </a:solidFill>
                <a:latin typeface="メイリオ" panose="020B0604030504040204" pitchFamily="50" charset="-128"/>
                <a:ea typeface="メイリオ" panose="020B0604030504040204" pitchFamily="50" charset="-128"/>
              </a:rPr>
              <a:t>　③進捗ありストック</a:t>
            </a:r>
            <a:r>
              <a:rPr lang="en-US" altLang="ja-JP" sz="1000">
                <a:solidFill>
                  <a:schemeClr val="tx1"/>
                </a:solidFill>
                <a:latin typeface="メイリオ" panose="020B0604030504040204" pitchFamily="50" charset="-128"/>
                <a:ea typeface="メイリオ" panose="020B0604030504040204" pitchFamily="50" charset="-128"/>
              </a:rPr>
              <a:t>CS</a:t>
            </a:r>
          </a:p>
          <a:p>
            <a:r>
              <a:rPr lang="ja-JP" altLang="en-US" sz="1000">
                <a:solidFill>
                  <a:schemeClr val="tx1"/>
                </a:solidFill>
                <a:latin typeface="メイリオ" panose="020B0604030504040204" pitchFamily="50" charset="-128"/>
                <a:ea typeface="メイリオ" panose="020B0604030504040204" pitchFamily="50" charset="-128"/>
              </a:rPr>
              <a:t>　└</a:t>
            </a:r>
            <a:r>
              <a:rPr lang="en-US" altLang="ja-JP" sz="1000">
                <a:solidFill>
                  <a:schemeClr val="tx1"/>
                </a:solidFill>
                <a:latin typeface="メイリオ" panose="020B0604030504040204" pitchFamily="50" charset="-128"/>
                <a:ea typeface="メイリオ" panose="020B0604030504040204" pitchFamily="50" charset="-128"/>
              </a:rPr>
              <a:t>3Q</a:t>
            </a:r>
            <a:r>
              <a:rPr lang="ja-JP" altLang="en-US" sz="1000">
                <a:solidFill>
                  <a:schemeClr val="tx1"/>
                </a:solidFill>
                <a:latin typeface="メイリオ" panose="020B0604030504040204" pitchFamily="50" charset="-128"/>
                <a:ea typeface="メイリオ" panose="020B0604030504040204" pitchFamily="50" charset="-128"/>
              </a:rPr>
              <a:t>中の完全移管に向けて移管時期調整中</a:t>
            </a:r>
            <a:endParaRPr lang="en-US" altLang="ja-JP" sz="105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E6194221-440C-5E30-87C9-AD16C233F5BD}"/>
              </a:ext>
            </a:extLst>
          </p:cNvPr>
          <p:cNvSpPr/>
          <p:nvPr/>
        </p:nvSpPr>
        <p:spPr>
          <a:xfrm>
            <a:off x="7894748" y="1591671"/>
            <a:ext cx="4181921" cy="2102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ja-JP" altLang="en-US" sz="1050" b="1">
                <a:solidFill>
                  <a:schemeClr val="tx2"/>
                </a:solidFill>
                <a:latin typeface="メイリオ" panose="020B0604030504040204" pitchFamily="50" charset="-128"/>
                <a:ea typeface="メイリオ" panose="020B0604030504040204" pitchFamily="50" charset="-128"/>
              </a:rPr>
              <a:t>■起案背景</a:t>
            </a:r>
            <a:endParaRPr lang="en-US" altLang="ja-JP" sz="1050" b="1">
              <a:solidFill>
                <a:schemeClr val="tx2"/>
              </a:solidFill>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lang="ja-JP" altLang="en-US" sz="1000">
                <a:solidFill>
                  <a:schemeClr val="tx1"/>
                </a:solidFill>
                <a:latin typeface="メイリオ" panose="020B0604030504040204" pitchFamily="50" charset="-128"/>
                <a:ea typeface="メイリオ" panose="020B0604030504040204" pitchFamily="50" charset="-128"/>
              </a:rPr>
              <a:t>ハイキャリア領域において</a:t>
            </a:r>
            <a:r>
              <a:rPr lang="en-US" altLang="ja-JP" sz="1000">
                <a:solidFill>
                  <a:schemeClr val="tx1"/>
                </a:solidFill>
                <a:latin typeface="メイリオ" panose="020B0604030504040204" pitchFamily="50" charset="-128"/>
                <a:ea typeface="メイリオ" panose="020B0604030504040204" pitchFamily="50" charset="-128"/>
              </a:rPr>
              <a:t>RAGALL</a:t>
            </a:r>
            <a:r>
              <a:rPr lang="ja-JP" altLang="en-US" sz="1000">
                <a:solidFill>
                  <a:schemeClr val="tx1"/>
                </a:solidFill>
                <a:latin typeface="メイリオ" panose="020B0604030504040204" pitchFamily="50" charset="-128"/>
                <a:ea typeface="メイリオ" panose="020B0604030504040204" pitchFamily="50" charset="-128"/>
              </a:rPr>
              <a:t>で決定数を最大化できる状態を目指し、</a:t>
            </a:r>
            <a:r>
              <a:rPr lang="en-US" altLang="ja-JP" sz="1000">
                <a:solidFill>
                  <a:schemeClr val="tx1"/>
                </a:solidFill>
                <a:latin typeface="メイリオ" panose="020B0604030504040204" pitchFamily="50" charset="-128"/>
                <a:ea typeface="メイリオ" panose="020B0604030504040204" pitchFamily="50" charset="-128"/>
              </a:rPr>
              <a:t>HGC</a:t>
            </a:r>
            <a:r>
              <a:rPr lang="ja-JP" altLang="en-US" sz="1000">
                <a:solidFill>
                  <a:schemeClr val="tx1"/>
                </a:solidFill>
                <a:latin typeface="メイリオ" panose="020B0604030504040204" pitchFamily="50" charset="-128"/>
                <a:ea typeface="メイリオ" panose="020B0604030504040204" pitchFamily="50" charset="-128"/>
              </a:rPr>
              <a:t>はクライアントエージェントとして「ハイキャリア求人の充足率を高める組織」へと仕組みの変更を行う。</a:t>
            </a:r>
            <a:endParaRPr lang="en-US" altLang="ja-JP" sz="1000">
              <a:solidFill>
                <a:schemeClr val="tx1"/>
              </a:solidFill>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lang="ja-JP" altLang="en-US" sz="1000">
                <a:solidFill>
                  <a:schemeClr val="tx1"/>
                </a:solidFill>
                <a:latin typeface="メイリオ"/>
                <a:ea typeface="メイリオ"/>
              </a:rPr>
              <a:t>オーナー</a:t>
            </a:r>
            <a:r>
              <a:rPr lang="en-US" altLang="ja-JP" sz="1000">
                <a:solidFill>
                  <a:schemeClr val="tx1"/>
                </a:solidFill>
                <a:latin typeface="メイリオ"/>
                <a:ea typeface="メイリオ"/>
              </a:rPr>
              <a:t>CA</a:t>
            </a:r>
            <a:r>
              <a:rPr lang="ja-JP" altLang="en-US" sz="1000">
                <a:solidFill>
                  <a:schemeClr val="tx1"/>
                </a:solidFill>
                <a:latin typeface="メイリオ"/>
                <a:ea typeface="メイリオ"/>
              </a:rPr>
              <a:t>業務を廃止し、</a:t>
            </a:r>
            <a:r>
              <a:rPr lang="en-US" altLang="ja-JP" sz="1000">
                <a:solidFill>
                  <a:schemeClr val="tx1"/>
                </a:solidFill>
                <a:latin typeface="メイリオ"/>
                <a:ea typeface="メイリオ"/>
              </a:rPr>
              <a:t>HGC</a:t>
            </a:r>
            <a:r>
              <a:rPr lang="ja-JP" altLang="en-US" sz="1000">
                <a:solidFill>
                  <a:schemeClr val="tx1"/>
                </a:solidFill>
                <a:latin typeface="メイリオ"/>
                <a:ea typeface="メイリオ"/>
              </a:rPr>
              <a:t>が強みとするスカウト～進捗に工数投下することで求人充足率向上に注力する。</a:t>
            </a:r>
            <a:endParaRPr lang="en-US" altLang="ja-JP" sz="1000">
              <a:solidFill>
                <a:schemeClr val="tx1"/>
              </a:solidFill>
              <a:latin typeface="メイリオ"/>
              <a:ea typeface="メイリオ"/>
            </a:endParaRPr>
          </a:p>
          <a:p>
            <a:pPr marL="171450" indent="-171450">
              <a:buFont typeface="Arial" panose="020B0604020202020204" pitchFamily="34" charset="0"/>
              <a:buChar char="•"/>
            </a:pPr>
            <a:r>
              <a:rPr lang="ja-JP" altLang="en-US" sz="1000">
                <a:solidFill>
                  <a:schemeClr val="tx1"/>
                </a:solidFill>
                <a:latin typeface="メイリオ" panose="020B0604030504040204" pitchFamily="50" charset="-128"/>
                <a:ea typeface="メイリオ" panose="020B0604030504040204" pitchFamily="50" charset="-128"/>
              </a:rPr>
              <a:t>それに伴い、</a:t>
            </a:r>
            <a:r>
              <a:rPr lang="en-US" altLang="ja-JP" sz="1000">
                <a:solidFill>
                  <a:schemeClr val="tx1"/>
                </a:solidFill>
                <a:latin typeface="メイリオ" panose="020B0604030504040204" pitchFamily="50" charset="-128"/>
                <a:ea typeface="メイリオ" panose="020B0604030504040204" pitchFamily="50" charset="-128"/>
              </a:rPr>
              <a:t>HGC</a:t>
            </a:r>
            <a:r>
              <a:rPr lang="ja-JP" altLang="en-US" sz="1000">
                <a:solidFill>
                  <a:schemeClr val="tx1"/>
                </a:solidFill>
                <a:latin typeface="メイリオ" panose="020B0604030504040204" pitchFamily="50" charset="-128"/>
                <a:ea typeface="メイリオ" panose="020B0604030504040204" pitchFamily="50" charset="-128"/>
              </a:rPr>
              <a:t>オーナー</a:t>
            </a:r>
            <a:r>
              <a:rPr lang="en-US" altLang="ja-JP" sz="1000">
                <a:solidFill>
                  <a:schemeClr val="tx1"/>
                </a:solidFill>
                <a:latin typeface="メイリオ" panose="020B0604030504040204" pitchFamily="50" charset="-128"/>
                <a:ea typeface="メイリオ" panose="020B0604030504040204" pitchFamily="50" charset="-128"/>
              </a:rPr>
              <a:t>CS</a:t>
            </a:r>
            <a:r>
              <a:rPr lang="ja-JP" altLang="en-US" sz="1000">
                <a:solidFill>
                  <a:schemeClr val="tx1"/>
                </a:solidFill>
                <a:latin typeface="メイリオ" panose="020B0604030504040204" pitchFamily="50" charset="-128"/>
                <a:ea typeface="メイリオ" panose="020B0604030504040204" pitchFamily="50" charset="-128"/>
              </a:rPr>
              <a:t>は</a:t>
            </a:r>
            <a:r>
              <a:rPr lang="en-US" altLang="ja-JP" sz="1000">
                <a:solidFill>
                  <a:schemeClr val="tx1"/>
                </a:solidFill>
                <a:latin typeface="メイリオ" panose="020B0604030504040204" pitchFamily="50" charset="-128"/>
                <a:ea typeface="メイリオ" panose="020B0604030504040204" pitchFamily="50" charset="-128"/>
              </a:rPr>
              <a:t>HCS</a:t>
            </a:r>
            <a:r>
              <a:rPr lang="ja-JP" altLang="en-US" sz="1000">
                <a:solidFill>
                  <a:schemeClr val="tx1"/>
                </a:solidFill>
                <a:latin typeface="メイリオ" panose="020B0604030504040204" pitchFamily="50" charset="-128"/>
                <a:ea typeface="メイリオ" panose="020B0604030504040204" pitchFamily="50" charset="-128"/>
              </a:rPr>
              <a:t>に順次移管を実施する。</a:t>
            </a:r>
            <a:endParaRPr lang="en-US" altLang="ja-JP" sz="1000">
              <a:solidFill>
                <a:schemeClr val="tx1"/>
              </a:solidFill>
              <a:latin typeface="メイリオ" panose="020B0604030504040204" pitchFamily="50" charset="-128"/>
              <a:ea typeface="メイリオ" panose="020B0604030504040204" pitchFamily="50" charset="-128"/>
            </a:endParaRPr>
          </a:p>
          <a:p>
            <a:endParaRPr lang="en-US" altLang="ja-JP" sz="1000" b="1">
              <a:solidFill>
                <a:schemeClr val="tx2"/>
              </a:solidFill>
              <a:latin typeface="メイリオ" panose="020B0604030504040204" pitchFamily="50" charset="-128"/>
              <a:ea typeface="メイリオ" panose="020B0604030504040204" pitchFamily="50" charset="-128"/>
            </a:endParaRPr>
          </a:p>
          <a:p>
            <a:r>
              <a:rPr lang="ja-JP" altLang="en-US" sz="1050" b="1">
                <a:solidFill>
                  <a:schemeClr val="tx2"/>
                </a:solidFill>
                <a:latin typeface="メイリオ" panose="020B0604030504040204" pitchFamily="50" charset="-128"/>
                <a:ea typeface="メイリオ" panose="020B0604030504040204" pitchFamily="50" charset="-128"/>
              </a:rPr>
              <a:t>■本起案で決めたい事項</a:t>
            </a:r>
          </a:p>
          <a:p>
            <a:r>
              <a:rPr lang="en-US" altLang="ja-JP" sz="1000">
                <a:solidFill>
                  <a:schemeClr val="tx1"/>
                </a:solidFill>
                <a:latin typeface="メイリオ"/>
                <a:ea typeface="メイリオ"/>
              </a:rPr>
              <a:t>※</a:t>
            </a:r>
            <a:r>
              <a:rPr lang="ja-JP" altLang="en-US" sz="1000">
                <a:solidFill>
                  <a:schemeClr val="tx1"/>
                </a:solidFill>
                <a:latin typeface="メイリオ"/>
                <a:ea typeface="メイリオ"/>
              </a:rPr>
              <a:t>本起案は移管先である</a:t>
            </a:r>
            <a:r>
              <a:rPr lang="en-US" altLang="ja-JP" sz="1000">
                <a:solidFill>
                  <a:schemeClr val="tx1"/>
                </a:solidFill>
                <a:latin typeface="メイリオ"/>
                <a:ea typeface="メイリオ"/>
              </a:rPr>
              <a:t>HCS</a:t>
            </a:r>
            <a:r>
              <a:rPr lang="ja-JP" altLang="en-US" sz="1000">
                <a:solidFill>
                  <a:schemeClr val="tx1"/>
                </a:solidFill>
                <a:latin typeface="メイリオ"/>
                <a:ea typeface="メイリオ"/>
              </a:rPr>
              <a:t>合意済のため報告のみ</a:t>
            </a:r>
            <a:endParaRPr lang="en-US" altLang="ja-JP"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7ED567C-A376-19C4-9226-BC602E1B68BC}"/>
              </a:ext>
            </a:extLst>
          </p:cNvPr>
          <p:cNvSpPr/>
          <p:nvPr/>
        </p:nvSpPr>
        <p:spPr>
          <a:xfrm>
            <a:off x="5070946" y="415563"/>
            <a:ext cx="964094" cy="2210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FC64B35F-8FD3-AD33-BF85-2CF4AE5F6F1F}"/>
              </a:ext>
            </a:extLst>
          </p:cNvPr>
          <p:cNvSpPr/>
          <p:nvPr/>
        </p:nvSpPr>
        <p:spPr>
          <a:xfrm>
            <a:off x="6383982" y="120544"/>
            <a:ext cx="2370436" cy="22967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1501EEDE-2D76-E71F-BD94-4A6A9B9D9BC7}"/>
              </a:ext>
            </a:extLst>
          </p:cNvPr>
          <p:cNvSpPr/>
          <p:nvPr/>
        </p:nvSpPr>
        <p:spPr>
          <a:xfrm>
            <a:off x="3310003" y="1210493"/>
            <a:ext cx="600135" cy="233003"/>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0AC6D0AE-0305-EED3-10E5-3301C5C36D65}"/>
              </a:ext>
            </a:extLst>
          </p:cNvPr>
          <p:cNvSpPr/>
          <p:nvPr/>
        </p:nvSpPr>
        <p:spPr>
          <a:xfrm>
            <a:off x="7894748" y="5266329"/>
            <a:ext cx="4181921" cy="1345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ja-JP" altLang="en-US" sz="1000">
                <a:solidFill>
                  <a:schemeClr val="tx1"/>
                </a:solidFill>
                <a:latin typeface="メイリオ" panose="020B0604030504040204" pitchFamily="50" charset="-128"/>
                <a:ea typeface="メイリオ" panose="020B0604030504040204" pitchFamily="50" charset="-128"/>
              </a:rPr>
              <a:t>移管スケジュールのとおりオーナー</a:t>
            </a:r>
            <a:r>
              <a:rPr lang="en-US" altLang="ja-JP" sz="1000">
                <a:solidFill>
                  <a:schemeClr val="tx1"/>
                </a:solidFill>
                <a:latin typeface="メイリオ" panose="020B0604030504040204" pitchFamily="50" charset="-128"/>
                <a:ea typeface="メイリオ" panose="020B0604030504040204" pitchFamily="50" charset="-128"/>
              </a:rPr>
              <a:t>CS</a:t>
            </a:r>
            <a:r>
              <a:rPr lang="ja-JP" altLang="en-US" sz="1000">
                <a:solidFill>
                  <a:schemeClr val="tx1"/>
                </a:solidFill>
                <a:latin typeface="メイリオ" panose="020B0604030504040204" pitchFamily="50" charset="-128"/>
                <a:ea typeface="メイリオ" panose="020B0604030504040204" pitchFamily="50" charset="-128"/>
              </a:rPr>
              <a:t>移管を実施</a:t>
            </a:r>
            <a:endParaRPr lang="en-US" altLang="ja-JP" sz="100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FF5FAE4B-99AD-D622-25E0-6AB66FAEF994}"/>
              </a:ext>
            </a:extLst>
          </p:cNvPr>
          <p:cNvSpPr/>
          <p:nvPr/>
        </p:nvSpPr>
        <p:spPr>
          <a:xfrm>
            <a:off x="9226724" y="715563"/>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050">
                <a:solidFill>
                  <a:schemeClr val="tx1"/>
                </a:solidFill>
                <a:latin typeface="メイリオ" panose="020B0604030504040204" pitchFamily="50" charset="-128"/>
                <a:ea typeface="メイリオ" panose="020B0604030504040204" pitchFamily="50" charset="-128"/>
              </a:rPr>
              <a:t>北村愛</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F21F34B0-472D-57EA-1D76-43C5C364E2C2}"/>
              </a:ext>
            </a:extLst>
          </p:cNvPr>
          <p:cNvSpPr/>
          <p:nvPr/>
        </p:nvSpPr>
        <p:spPr>
          <a:xfrm>
            <a:off x="9226724" y="923544"/>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50">
                <a:solidFill>
                  <a:schemeClr val="tx1"/>
                </a:solidFill>
                <a:latin typeface="メイリオ" panose="020B0604030504040204" pitchFamily="50" charset="-128"/>
                <a:ea typeface="メイリオ" panose="020B0604030504040204" pitchFamily="50" charset="-128"/>
              </a:rPr>
              <a:t>中嶋徹</a:t>
            </a:r>
          </a:p>
        </p:txBody>
      </p:sp>
      <p:sp>
        <p:nvSpPr>
          <p:cNvPr id="12" name="正方形/長方形 11">
            <a:extLst>
              <a:ext uri="{FF2B5EF4-FFF2-40B4-BE49-F238E27FC236}">
                <a16:creationId xmlns:a16="http://schemas.microsoft.com/office/drawing/2014/main" id="{53B12252-ACFC-25CF-3411-5D1A9EFD07A5}"/>
              </a:ext>
            </a:extLst>
          </p:cNvPr>
          <p:cNvSpPr/>
          <p:nvPr/>
        </p:nvSpPr>
        <p:spPr>
          <a:xfrm>
            <a:off x="9226724" y="1131525"/>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50">
                <a:solidFill>
                  <a:schemeClr val="tx1"/>
                </a:solidFill>
                <a:latin typeface="メイリオ" panose="020B0604030504040204" pitchFamily="50" charset="-128"/>
                <a:ea typeface="メイリオ" panose="020B0604030504040204" pitchFamily="50" charset="-128"/>
              </a:rPr>
              <a:t>酒井美和</a:t>
            </a:r>
          </a:p>
        </p:txBody>
      </p:sp>
      <p:sp>
        <p:nvSpPr>
          <p:cNvPr id="13" name="正方形/長方形 12">
            <a:extLst>
              <a:ext uri="{FF2B5EF4-FFF2-40B4-BE49-F238E27FC236}">
                <a16:creationId xmlns:a16="http://schemas.microsoft.com/office/drawing/2014/main" id="{4CA6C7BB-8700-C30A-8A09-96025254D21E}"/>
              </a:ext>
            </a:extLst>
          </p:cNvPr>
          <p:cNvSpPr/>
          <p:nvPr/>
        </p:nvSpPr>
        <p:spPr>
          <a:xfrm>
            <a:off x="9226724" y="1339506"/>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ja-JP" sz="1050">
                <a:solidFill>
                  <a:schemeClr val="tx1"/>
                </a:solidFill>
                <a:latin typeface="メイリオ" panose="020B0604030504040204" pitchFamily="50" charset="-128"/>
                <a:ea typeface="メイリオ" panose="020B0604030504040204" pitchFamily="50" charset="-128"/>
              </a:rPr>
              <a:t>HGC1</a:t>
            </a:r>
            <a:r>
              <a:rPr lang="ja-JP" altLang="en-US" sz="1050">
                <a:solidFill>
                  <a:schemeClr val="tx1"/>
                </a:solidFill>
                <a:latin typeface="メイリオ" panose="020B0604030504040204" pitchFamily="50" charset="-128"/>
                <a:ea typeface="メイリオ" panose="020B0604030504040204" pitchFamily="50" charset="-128"/>
              </a:rPr>
              <a:t>部</a:t>
            </a:r>
            <a:r>
              <a:rPr lang="en-US" altLang="ja-JP" sz="1050">
                <a:solidFill>
                  <a:schemeClr val="tx1"/>
                </a:solidFill>
                <a:latin typeface="メイリオ" panose="020B0604030504040204" pitchFamily="50" charset="-128"/>
                <a:ea typeface="メイリオ" panose="020B0604030504040204" pitchFamily="50" charset="-128"/>
              </a:rPr>
              <a:t>2G</a:t>
            </a:r>
            <a:r>
              <a:rPr lang="ja-JP" altLang="en-US" sz="1050">
                <a:solidFill>
                  <a:schemeClr val="tx1"/>
                </a:solidFill>
                <a:latin typeface="メイリオ" panose="020B0604030504040204" pitchFamily="50" charset="-128"/>
                <a:ea typeface="メイリオ" panose="020B0604030504040204" pitchFamily="50" charset="-128"/>
              </a:rPr>
              <a:t>　中嶋徹</a:t>
            </a: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123120B4-F338-3691-A80E-B8B80A382E69}"/>
              </a:ext>
            </a:extLst>
          </p:cNvPr>
          <p:cNvSpPr/>
          <p:nvPr/>
        </p:nvSpPr>
        <p:spPr>
          <a:xfrm>
            <a:off x="330896" y="715563"/>
            <a:ext cx="7163440" cy="415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a:solidFill>
                  <a:schemeClr val="tx1"/>
                </a:solidFill>
                <a:latin typeface="メイリオ" panose="020B0604030504040204" pitchFamily="50" charset="-128"/>
                <a:ea typeface="メイリオ" panose="020B0604030504040204" pitchFamily="50" charset="-128"/>
              </a:rPr>
              <a:t>HGC</a:t>
            </a:r>
            <a:r>
              <a:rPr kumimoji="1" lang="ja-JP" altLang="en-US" sz="1400">
                <a:solidFill>
                  <a:schemeClr val="tx1"/>
                </a:solidFill>
                <a:latin typeface="メイリオ" panose="020B0604030504040204" pitchFamily="50" charset="-128"/>
                <a:ea typeface="メイリオ" panose="020B0604030504040204" pitchFamily="50" charset="-128"/>
              </a:rPr>
              <a:t>サービス再編に伴うオーナー</a:t>
            </a:r>
            <a:r>
              <a:rPr kumimoji="1" lang="en-US" altLang="ja-JP" sz="1400">
                <a:solidFill>
                  <a:schemeClr val="tx1"/>
                </a:solidFill>
                <a:latin typeface="メイリオ" panose="020B0604030504040204" pitchFamily="50" charset="-128"/>
                <a:ea typeface="メイリオ" panose="020B0604030504040204" pitchFamily="50" charset="-128"/>
              </a:rPr>
              <a:t>CS</a:t>
            </a:r>
            <a:r>
              <a:rPr kumimoji="1" lang="ja-JP" altLang="en-US" sz="1400">
                <a:solidFill>
                  <a:schemeClr val="tx1"/>
                </a:solidFill>
                <a:latin typeface="メイリオ" panose="020B0604030504040204" pitchFamily="50" charset="-128"/>
                <a:ea typeface="メイリオ" panose="020B0604030504040204" pitchFamily="50" charset="-128"/>
              </a:rPr>
              <a:t>移管</a:t>
            </a:r>
          </a:p>
        </p:txBody>
      </p:sp>
      <p:sp>
        <p:nvSpPr>
          <p:cNvPr id="15" name="正方形/長方形 14">
            <a:extLst>
              <a:ext uri="{FF2B5EF4-FFF2-40B4-BE49-F238E27FC236}">
                <a16:creationId xmlns:a16="http://schemas.microsoft.com/office/drawing/2014/main" id="{DDA3238D-F2BF-B8F5-F47A-EC957064ABA6}"/>
              </a:ext>
            </a:extLst>
          </p:cNvPr>
          <p:cNvSpPr/>
          <p:nvPr/>
        </p:nvSpPr>
        <p:spPr>
          <a:xfrm>
            <a:off x="7894747" y="3773831"/>
            <a:ext cx="4181921" cy="1441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ja-JP" altLang="en-US" sz="1000">
                <a:solidFill>
                  <a:schemeClr val="tx1"/>
                </a:solidFill>
                <a:latin typeface="メイリオ" panose="020B0604030504040204" pitchFamily="50" charset="-128"/>
                <a:ea typeface="メイリオ" panose="020B0604030504040204" pitchFamily="50" charset="-128"/>
              </a:rPr>
              <a:t>報告のみのため論点無し</a:t>
            </a:r>
            <a:endParaRPr kumimoji="1" lang="en-US" altLang="ja-JP" sz="1000">
              <a:solidFill>
                <a:schemeClr val="tx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BA08E19-14B1-8F50-EDA8-07270D4684ED}"/>
              </a:ext>
            </a:extLst>
          </p:cNvPr>
          <p:cNvSpPr/>
          <p:nvPr/>
        </p:nvSpPr>
        <p:spPr>
          <a:xfrm>
            <a:off x="330896" y="1131524"/>
            <a:ext cx="1635064" cy="415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1"/>
                </a:solidFill>
                <a:latin typeface="メイリオ" panose="020B0604030504040204" pitchFamily="50" charset="-128"/>
                <a:ea typeface="メイリオ" panose="020B0604030504040204" pitchFamily="50" charset="-128"/>
              </a:rPr>
              <a:t>2024</a:t>
            </a:r>
            <a:r>
              <a:rPr kumimoji="1" lang="ja-JP" altLang="en-US" sz="1400">
                <a:solidFill>
                  <a:schemeClr val="tx1"/>
                </a:solidFill>
                <a:latin typeface="メイリオ" panose="020B0604030504040204" pitchFamily="50" charset="-128"/>
                <a:ea typeface="メイリオ" panose="020B0604030504040204" pitchFamily="50" charset="-128"/>
              </a:rPr>
              <a:t>年</a:t>
            </a:r>
            <a:r>
              <a:rPr lang="en-US" altLang="ja-JP" sz="1400">
                <a:solidFill>
                  <a:schemeClr val="tx1"/>
                </a:solidFill>
                <a:latin typeface="メイリオ" panose="020B0604030504040204" pitchFamily="50" charset="-128"/>
                <a:ea typeface="メイリオ" panose="020B0604030504040204" pitchFamily="50" charset="-128"/>
              </a:rPr>
              <a:t>6</a:t>
            </a:r>
            <a:r>
              <a:rPr kumimoji="1" lang="ja-JP" altLang="en-US" sz="1400">
                <a:solidFill>
                  <a:schemeClr val="tx1"/>
                </a:solidFill>
                <a:latin typeface="メイリオ" panose="020B0604030504040204" pitchFamily="50" charset="-128"/>
                <a:ea typeface="メイリオ" panose="020B0604030504040204" pitchFamily="50" charset="-128"/>
              </a:rPr>
              <a:t>月</a:t>
            </a:r>
            <a:r>
              <a:rPr lang="en-US" altLang="ja-JP" sz="1400">
                <a:solidFill>
                  <a:schemeClr val="tx1"/>
                </a:solidFill>
                <a:latin typeface="メイリオ" panose="020B0604030504040204" pitchFamily="50" charset="-128"/>
                <a:ea typeface="メイリオ" panose="020B0604030504040204" pitchFamily="50" charset="-128"/>
              </a:rPr>
              <a:t>14</a:t>
            </a:r>
            <a:r>
              <a:rPr lang="ja-JP" altLang="en-US" sz="1400">
                <a:solidFill>
                  <a:schemeClr val="tx1"/>
                </a:solidFill>
                <a:latin typeface="メイリオ" panose="020B0604030504040204" pitchFamily="50" charset="-128"/>
                <a:ea typeface="メイリオ" panose="020B0604030504040204" pitchFamily="50" charset="-128"/>
              </a:rPr>
              <a:t>日</a:t>
            </a:r>
            <a:endParaRPr kumimoji="1" lang="en-US" altLang="ja-JP" sz="1400">
              <a:solidFill>
                <a:schemeClr val="tx1"/>
              </a:solidFill>
              <a:latin typeface="メイリオ" panose="020B0604030504040204" pitchFamily="50" charset="-128"/>
              <a:ea typeface="メイリオ" panose="020B0604030504040204" pitchFamily="50" charset="-128"/>
            </a:endParaRPr>
          </a:p>
        </p:txBody>
      </p:sp>
      <p:pic>
        <p:nvPicPr>
          <p:cNvPr id="2" name="図 1">
            <a:extLst>
              <a:ext uri="{FF2B5EF4-FFF2-40B4-BE49-F238E27FC236}">
                <a16:creationId xmlns:a16="http://schemas.microsoft.com/office/drawing/2014/main" id="{FFDC8F2D-0527-11B0-B6A7-AFB0081666CC}"/>
              </a:ext>
            </a:extLst>
          </p:cNvPr>
          <p:cNvPicPr>
            <a:picLocks noChangeAspect="1"/>
          </p:cNvPicPr>
          <p:nvPr/>
        </p:nvPicPr>
        <p:blipFill>
          <a:blip r:embed="rId3"/>
          <a:stretch>
            <a:fillRect/>
          </a:stretch>
        </p:blipFill>
        <p:spPr>
          <a:xfrm>
            <a:off x="540592" y="3764533"/>
            <a:ext cx="3948281" cy="1141699"/>
          </a:xfrm>
          <a:prstGeom prst="rect">
            <a:avLst/>
          </a:prstGeom>
        </p:spPr>
      </p:pic>
    </p:spTree>
    <p:extLst>
      <p:ext uri="{BB962C8B-B14F-4D97-AF65-F5344CB8AC3E}">
        <p14:creationId xmlns:p14="http://schemas.microsoft.com/office/powerpoint/2010/main" val="408257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AEA3-5E70-96C6-14BD-EF0F227461DB}"/>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5A21BF6-7D16-C839-8F5E-A8DDF38E86A1}"/>
              </a:ext>
            </a:extLst>
          </p:cNvPr>
          <p:cNvSpPr>
            <a:spLocks noGrp="1"/>
          </p:cNvSpPr>
          <p:nvPr>
            <p:ph type="body" sz="quarter" idx="13"/>
          </p:nvPr>
        </p:nvSpPr>
        <p:spPr>
          <a:xfrm>
            <a:off x="372000" y="315522"/>
            <a:ext cx="11448000" cy="256224"/>
          </a:xfrm>
        </p:spPr>
        <p:txBody>
          <a:bodyPr/>
          <a:lstStyle/>
          <a:p>
            <a:r>
              <a:rPr lang="en-US" altLang="ja-JP" sz="1800"/>
              <a:t>RAG</a:t>
            </a:r>
            <a:r>
              <a:rPr lang="ja-JP" altLang="en-US" sz="1800"/>
              <a:t>全体の決定状況（</a:t>
            </a:r>
            <a:r>
              <a:rPr lang="en-US" altLang="ja-JP" sz="1800"/>
              <a:t>CL</a:t>
            </a:r>
            <a:r>
              <a:rPr lang="ja-JP" altLang="en-US" sz="1800"/>
              <a:t>）</a:t>
            </a:r>
            <a:endParaRPr lang="en-US" altLang="ja-JP" sz="1800"/>
          </a:p>
        </p:txBody>
      </p:sp>
      <p:sp>
        <p:nvSpPr>
          <p:cNvPr id="5" name="スライド番号プレースホルダー 4">
            <a:extLst>
              <a:ext uri="{FF2B5EF4-FFF2-40B4-BE49-F238E27FC236}">
                <a16:creationId xmlns:a16="http://schemas.microsoft.com/office/drawing/2014/main" id="{182CA5E2-7447-7CD3-7E49-F3439DDE248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pic>
        <p:nvPicPr>
          <p:cNvPr id="4" name="Picture 2">
            <a:extLst>
              <a:ext uri="{FF2B5EF4-FFF2-40B4-BE49-F238E27FC236}">
                <a16:creationId xmlns:a16="http://schemas.microsoft.com/office/drawing/2014/main" id="{13317412-7DEB-7E50-E12D-32B01AEFF1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865" y="3545544"/>
            <a:ext cx="4856603" cy="3059512"/>
          </a:xfrm>
          <a:prstGeom prst="rect">
            <a:avLst/>
          </a:prstGeom>
          <a:noFill/>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C1BA7DBD-1B61-DF11-D6AC-1149599C1C95}"/>
              </a:ext>
            </a:extLst>
          </p:cNvPr>
          <p:cNvSpPr/>
          <p:nvPr/>
        </p:nvSpPr>
        <p:spPr bwMode="auto">
          <a:xfrm>
            <a:off x="7154754" y="4165507"/>
            <a:ext cx="4175393" cy="1520328"/>
          </a:xfrm>
          <a:prstGeom prst="rect">
            <a:avLst/>
          </a:prstGeom>
          <a:solidFill>
            <a:schemeClr val="accent2"/>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ctr" anchorCtr="0" compatLnSpc="1">
            <a:prstTxWarp prst="textNoShape">
              <a:avLst/>
            </a:prstTxWarp>
          </a:bodyPr>
          <a:lstStyle/>
          <a:p>
            <a:pPr eaLnBrk="1" hangingPunct="1"/>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求人充足率は</a:t>
            </a:r>
            <a:r>
              <a:rPr kumimoji="0" lang="en-US" altLang="ja-JP"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900</a:t>
            </a:r>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万前後を境に</a:t>
            </a:r>
            <a:r>
              <a:rPr kumimoji="0" lang="en-US" altLang="ja-JP"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AS</a:t>
            </a:r>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と逆転し、高年収帯になればなるほど、</a:t>
            </a:r>
            <a:r>
              <a:rPr kumimoji="0" lang="en-US" altLang="ja-JP" sz="1600">
                <a:solidFill>
                  <a:srgbClr val="000000"/>
                </a:solidFill>
                <a:latin typeface="メイリオ" panose="020B0604030504040204" pitchFamily="50" charset="-128"/>
                <a:ea typeface="メイリオ" panose="020B0604030504040204" pitchFamily="50" charset="-128"/>
                <a:cs typeface="ヒラギノ角ゴ Pro W3" charset="0"/>
              </a:rPr>
              <a:t>HGC</a:t>
            </a:r>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の方が決定率が高い。</a:t>
            </a:r>
            <a:endPar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endParaRPr>
          </a:p>
        </p:txBody>
      </p:sp>
      <p:sp>
        <p:nvSpPr>
          <p:cNvPr id="11" name="テキスト ボックス 10">
            <a:extLst>
              <a:ext uri="{FF2B5EF4-FFF2-40B4-BE49-F238E27FC236}">
                <a16:creationId xmlns:a16="http://schemas.microsoft.com/office/drawing/2014/main" id="{670C23E9-25FD-8F48-6CBD-4B0F391086D9}"/>
              </a:ext>
            </a:extLst>
          </p:cNvPr>
          <p:cNvSpPr txBox="1"/>
          <p:nvPr/>
        </p:nvSpPr>
        <p:spPr>
          <a:xfrm>
            <a:off x="6262285" y="788868"/>
            <a:ext cx="1992334" cy="246221"/>
          </a:xfrm>
          <a:prstGeom prst="rect">
            <a:avLst/>
          </a:prstGeom>
          <a:noFill/>
        </p:spPr>
        <p:txBody>
          <a:bodyPr wrap="square" rtlCol="0">
            <a:spAutoFit/>
          </a:bodyPr>
          <a:lstStyle/>
          <a:p>
            <a:r>
              <a:rPr kumimoji="1" lang="en-US" altLang="ja-JP" sz="1000">
                <a:latin typeface="メイリオ" panose="020B0604030504040204" pitchFamily="50" charset="-128"/>
                <a:ea typeface="メイリオ" panose="020B0604030504040204" pitchFamily="50" charset="-128"/>
              </a:rPr>
              <a:t>※</a:t>
            </a:r>
            <a:r>
              <a:rPr kumimoji="1" lang="ja-JP" altLang="en-US" sz="1000">
                <a:latin typeface="メイリオ" panose="020B0604030504040204" pitchFamily="50" charset="-128"/>
                <a:ea typeface="メイリオ" panose="020B0604030504040204" pitchFamily="50" charset="-128"/>
              </a:rPr>
              <a:t>求人票年収の中央値で算出</a:t>
            </a:r>
          </a:p>
        </p:txBody>
      </p:sp>
      <p:sp>
        <p:nvSpPr>
          <p:cNvPr id="12" name="正方形/長方形 11">
            <a:extLst>
              <a:ext uri="{FF2B5EF4-FFF2-40B4-BE49-F238E27FC236}">
                <a16:creationId xmlns:a16="http://schemas.microsoft.com/office/drawing/2014/main" id="{9744C149-701A-C310-D88B-301030AE7123}"/>
              </a:ext>
            </a:extLst>
          </p:cNvPr>
          <p:cNvSpPr/>
          <p:nvPr/>
        </p:nvSpPr>
        <p:spPr bwMode="auto">
          <a:xfrm>
            <a:off x="7154753" y="1362495"/>
            <a:ext cx="4175393" cy="1520328"/>
          </a:xfrm>
          <a:prstGeom prst="rect">
            <a:avLst/>
          </a:prstGeom>
          <a:solidFill>
            <a:schemeClr val="accent2"/>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ctr" anchorCtr="0" compatLnSpc="1">
            <a:prstTxWarp prst="textNoShape">
              <a:avLst/>
            </a:prstTxWarp>
          </a:bodyPr>
          <a:lstStyle/>
          <a:p>
            <a:pPr eaLnBrk="1" hangingPunct="1"/>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高年収帯になればなるほど</a:t>
            </a:r>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決定率が下がり、未充足が高まっている。</a:t>
            </a:r>
            <a:endParaRPr kumimoji="0" lang="en-US" altLang="ja-JP" sz="1600">
              <a:solidFill>
                <a:srgbClr val="000000"/>
              </a:solidFill>
              <a:latin typeface="メイリオ" panose="020B0604030504040204" pitchFamily="50" charset="-128"/>
              <a:ea typeface="メイリオ" panose="020B0604030504040204" pitchFamily="50" charset="-128"/>
              <a:cs typeface="ヒラギノ角ゴ Pro W3" charset="0"/>
            </a:endParaRPr>
          </a:p>
          <a:p>
            <a:pPr eaLnBrk="1" hangingPunct="1"/>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ここの未決定ゾーンの充足を</a:t>
            </a:r>
            <a:r>
              <a:rPr kumimoji="0" lang="en-US" altLang="ja-JP" sz="1600">
                <a:solidFill>
                  <a:srgbClr val="000000"/>
                </a:solidFill>
                <a:latin typeface="メイリオ" panose="020B0604030504040204" pitchFamily="50" charset="-128"/>
                <a:ea typeface="メイリオ" panose="020B0604030504040204" pitchFamily="50" charset="-128"/>
                <a:cs typeface="ヒラギノ角ゴ Pro W3" charset="0"/>
              </a:rPr>
              <a:t>HGC</a:t>
            </a:r>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が担うことで、</a:t>
            </a:r>
            <a:r>
              <a:rPr kumimoji="0" lang="en-US" altLang="ja-JP" sz="1600">
                <a:solidFill>
                  <a:srgbClr val="000000"/>
                </a:solidFill>
                <a:latin typeface="メイリオ" panose="020B0604030504040204" pitchFamily="50" charset="-128"/>
                <a:ea typeface="メイリオ" panose="020B0604030504040204" pitchFamily="50" charset="-128"/>
                <a:cs typeface="ヒラギノ角ゴ Pro W3" charset="0"/>
              </a:rPr>
              <a:t>RAGALL</a:t>
            </a:r>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で</a:t>
            </a:r>
            <a:r>
              <a:rPr kumimoji="0" lang="en-US" altLang="ja-JP" sz="1600">
                <a:solidFill>
                  <a:srgbClr val="000000"/>
                </a:solidFill>
                <a:latin typeface="メイリオ" panose="020B0604030504040204" pitchFamily="50" charset="-128"/>
                <a:ea typeface="メイリオ" panose="020B0604030504040204" pitchFamily="50" charset="-128"/>
                <a:cs typeface="ヒラギノ角ゴ Pro W3" charset="0"/>
              </a:rPr>
              <a:t>CL</a:t>
            </a:r>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に対する価値総量を高める。</a:t>
            </a:r>
            <a:endPar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endParaRPr>
          </a:p>
        </p:txBody>
      </p:sp>
      <p:pic>
        <p:nvPicPr>
          <p:cNvPr id="13" name="Picture 1">
            <a:extLst>
              <a:ext uri="{FF2B5EF4-FFF2-40B4-BE49-F238E27FC236}">
                <a16:creationId xmlns:a16="http://schemas.microsoft.com/office/drawing/2014/main" id="{98C79B1C-F93D-3818-3A3A-DDDBDD05D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3865" y="788868"/>
            <a:ext cx="4868420" cy="261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127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AEA3-5E70-96C6-14BD-EF0F227461DB}"/>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5A21BF6-7D16-C839-8F5E-A8DDF38E86A1}"/>
              </a:ext>
            </a:extLst>
          </p:cNvPr>
          <p:cNvSpPr>
            <a:spLocks noGrp="1"/>
          </p:cNvSpPr>
          <p:nvPr>
            <p:ph type="body" sz="quarter" idx="13"/>
          </p:nvPr>
        </p:nvSpPr>
        <p:spPr>
          <a:xfrm>
            <a:off x="372000" y="315522"/>
            <a:ext cx="11448000" cy="256224"/>
          </a:xfrm>
        </p:spPr>
        <p:txBody>
          <a:bodyPr/>
          <a:lstStyle/>
          <a:p>
            <a:r>
              <a:rPr lang="en-US" altLang="ja-JP" sz="1800"/>
              <a:t>RAG</a:t>
            </a:r>
            <a:r>
              <a:rPr lang="ja-JP" altLang="en-US" sz="1800"/>
              <a:t>全体の決定状況（</a:t>
            </a:r>
            <a:r>
              <a:rPr lang="en-US" altLang="ja-JP" sz="1800"/>
              <a:t>CS</a:t>
            </a:r>
            <a:r>
              <a:rPr lang="ja-JP" altLang="en-US" sz="1800"/>
              <a:t>）</a:t>
            </a:r>
            <a:endParaRPr lang="en-US" altLang="ja-JP" sz="1800"/>
          </a:p>
        </p:txBody>
      </p:sp>
      <p:sp>
        <p:nvSpPr>
          <p:cNvPr id="5" name="スライド番号プレースホルダー 4">
            <a:extLst>
              <a:ext uri="{FF2B5EF4-FFF2-40B4-BE49-F238E27FC236}">
                <a16:creationId xmlns:a16="http://schemas.microsoft.com/office/drawing/2014/main" id="{182CA5E2-7447-7CD3-7E49-F3439DDE248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sp>
        <p:nvSpPr>
          <p:cNvPr id="6" name="正方形/長方形 5">
            <a:extLst>
              <a:ext uri="{FF2B5EF4-FFF2-40B4-BE49-F238E27FC236}">
                <a16:creationId xmlns:a16="http://schemas.microsoft.com/office/drawing/2014/main" id="{DDD47ECA-DE7B-EAC5-57FF-667015B9488D}"/>
              </a:ext>
            </a:extLst>
          </p:cNvPr>
          <p:cNvSpPr/>
          <p:nvPr/>
        </p:nvSpPr>
        <p:spPr bwMode="auto">
          <a:xfrm>
            <a:off x="7215447" y="4086246"/>
            <a:ext cx="3937050" cy="1520328"/>
          </a:xfrm>
          <a:prstGeom prst="rect">
            <a:avLst/>
          </a:prstGeom>
          <a:solidFill>
            <a:schemeClr val="accent2"/>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ctr" anchorCtr="0" compatLnSpc="1">
            <a:prstTxWarp prst="textNoShape">
              <a:avLst/>
            </a:prstTxWarp>
          </a:bodyPr>
          <a:lstStyle/>
          <a:p>
            <a:pPr eaLnBrk="1" hangingPunct="1"/>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高年収帯の</a:t>
            </a:r>
            <a:r>
              <a:rPr kumimoji="0" lang="en-US" altLang="ja-JP"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CS</a:t>
            </a:r>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面談決定率は、</a:t>
            </a:r>
            <a:r>
              <a:rPr kumimoji="0" lang="en-US" altLang="ja-JP"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HGC</a:t>
            </a:r>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よりも</a:t>
            </a:r>
            <a:r>
              <a:rPr kumimoji="0" lang="en-US" altLang="ja-JP"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HCS</a:t>
            </a:r>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の方が高い。</a:t>
            </a:r>
          </a:p>
        </p:txBody>
      </p:sp>
      <p:sp>
        <p:nvSpPr>
          <p:cNvPr id="9" name="正方形/長方形 8">
            <a:extLst>
              <a:ext uri="{FF2B5EF4-FFF2-40B4-BE49-F238E27FC236}">
                <a16:creationId xmlns:a16="http://schemas.microsoft.com/office/drawing/2014/main" id="{116AF38F-69EF-F9E1-652D-6113F6D3C20D}"/>
              </a:ext>
            </a:extLst>
          </p:cNvPr>
          <p:cNvSpPr/>
          <p:nvPr/>
        </p:nvSpPr>
        <p:spPr bwMode="auto">
          <a:xfrm>
            <a:off x="7215446" y="1387005"/>
            <a:ext cx="3937050" cy="1520328"/>
          </a:xfrm>
          <a:prstGeom prst="rect">
            <a:avLst/>
          </a:prstGeom>
          <a:solidFill>
            <a:schemeClr val="accent2"/>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ctr" anchorCtr="0" compatLnSpc="1">
            <a:prstTxWarp prst="textNoShape">
              <a:avLst/>
            </a:prstTxWarp>
          </a:bodyPr>
          <a:lstStyle/>
          <a:p>
            <a:pPr eaLnBrk="1" hangingPunct="1"/>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高年収帯</a:t>
            </a:r>
            <a:r>
              <a:rPr kumimoji="0" lang="en-US" altLang="ja-JP"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CS</a:t>
            </a:r>
            <a:r>
              <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rPr>
              <a:t>になればなるほど</a:t>
            </a:r>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決定率が</a:t>
            </a:r>
            <a:endParaRPr kumimoji="0" lang="en-US" altLang="ja-JP" sz="1600">
              <a:solidFill>
                <a:srgbClr val="000000"/>
              </a:solidFill>
              <a:latin typeface="メイリオ" panose="020B0604030504040204" pitchFamily="50" charset="-128"/>
              <a:ea typeface="メイリオ" panose="020B0604030504040204" pitchFamily="50" charset="-128"/>
              <a:cs typeface="ヒラギノ角ゴ Pro W3" charset="0"/>
            </a:endParaRPr>
          </a:p>
          <a:p>
            <a:pPr eaLnBrk="1" hangingPunct="1"/>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下がり、未決定</a:t>
            </a:r>
            <a:r>
              <a:rPr kumimoji="0" lang="en-US" altLang="ja-JP" sz="1600">
                <a:solidFill>
                  <a:srgbClr val="000000"/>
                </a:solidFill>
                <a:latin typeface="メイリオ" panose="020B0604030504040204" pitchFamily="50" charset="-128"/>
                <a:ea typeface="メイリオ" panose="020B0604030504040204" pitchFamily="50" charset="-128"/>
                <a:cs typeface="ヒラギノ角ゴ Pro W3" charset="0"/>
              </a:rPr>
              <a:t>CS</a:t>
            </a:r>
            <a:r>
              <a:rPr kumimoji="0" lang="ja-JP" altLang="en-US" sz="1600">
                <a:solidFill>
                  <a:srgbClr val="000000"/>
                </a:solidFill>
                <a:latin typeface="メイリオ" panose="020B0604030504040204" pitchFamily="50" charset="-128"/>
                <a:ea typeface="メイリオ" panose="020B0604030504040204" pitchFamily="50" charset="-128"/>
                <a:cs typeface="ヒラギノ角ゴ Pro W3" charset="0"/>
              </a:rPr>
              <a:t>が存在する。</a:t>
            </a:r>
            <a:endParaRPr kumimoji="0" lang="ja-JP" altLang="en-US" sz="1600" b="0" i="0" u="none" strike="noStrike" cap="none" normalizeH="0" baseline="0">
              <a:ln>
                <a:noFill/>
              </a:ln>
              <a:solidFill>
                <a:srgbClr val="000000"/>
              </a:solidFill>
              <a:effectLst/>
              <a:latin typeface="メイリオ" panose="020B0604030504040204" pitchFamily="50" charset="-128"/>
              <a:ea typeface="メイリオ" panose="020B0604030504040204" pitchFamily="50" charset="-128"/>
              <a:cs typeface="ヒラギノ角ゴ Pro W3" charset="0"/>
            </a:endParaRPr>
          </a:p>
        </p:txBody>
      </p:sp>
      <p:pic>
        <p:nvPicPr>
          <p:cNvPr id="10" name="図 9">
            <a:extLst>
              <a:ext uri="{FF2B5EF4-FFF2-40B4-BE49-F238E27FC236}">
                <a16:creationId xmlns:a16="http://schemas.microsoft.com/office/drawing/2014/main" id="{9B8FD583-8C8F-6A71-2507-1887723FA4FE}"/>
              </a:ext>
            </a:extLst>
          </p:cNvPr>
          <p:cNvPicPr>
            <a:picLocks noChangeAspect="1"/>
          </p:cNvPicPr>
          <p:nvPr/>
        </p:nvPicPr>
        <p:blipFill>
          <a:blip r:embed="rId2"/>
          <a:stretch>
            <a:fillRect/>
          </a:stretch>
        </p:blipFill>
        <p:spPr>
          <a:xfrm>
            <a:off x="1402180" y="833828"/>
            <a:ext cx="4856604" cy="2401272"/>
          </a:xfrm>
          <a:prstGeom prst="rect">
            <a:avLst/>
          </a:prstGeom>
        </p:spPr>
      </p:pic>
      <p:pic>
        <p:nvPicPr>
          <p:cNvPr id="2" name="図 1">
            <a:extLst>
              <a:ext uri="{FF2B5EF4-FFF2-40B4-BE49-F238E27FC236}">
                <a16:creationId xmlns:a16="http://schemas.microsoft.com/office/drawing/2014/main" id="{97A215CA-34C0-36FE-AC08-A653489E4CF4}"/>
              </a:ext>
            </a:extLst>
          </p:cNvPr>
          <p:cNvPicPr>
            <a:picLocks noChangeAspect="1"/>
          </p:cNvPicPr>
          <p:nvPr/>
        </p:nvPicPr>
        <p:blipFill>
          <a:blip r:embed="rId3"/>
          <a:stretch>
            <a:fillRect/>
          </a:stretch>
        </p:blipFill>
        <p:spPr>
          <a:xfrm>
            <a:off x="1402180" y="3413412"/>
            <a:ext cx="4856605" cy="2610760"/>
          </a:xfrm>
          <a:prstGeom prst="rect">
            <a:avLst/>
          </a:prstGeom>
        </p:spPr>
      </p:pic>
    </p:spTree>
    <p:extLst>
      <p:ext uri="{BB962C8B-B14F-4D97-AF65-F5344CB8AC3E}">
        <p14:creationId xmlns:p14="http://schemas.microsoft.com/office/powerpoint/2010/main" val="2483341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AEA3-5E70-96C6-14BD-EF0F227461DB}"/>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5A21BF6-7D16-C839-8F5E-A8DDF38E86A1}"/>
              </a:ext>
            </a:extLst>
          </p:cNvPr>
          <p:cNvSpPr>
            <a:spLocks noGrp="1"/>
          </p:cNvSpPr>
          <p:nvPr>
            <p:ph type="body" sz="quarter" idx="13"/>
          </p:nvPr>
        </p:nvSpPr>
        <p:spPr>
          <a:xfrm>
            <a:off x="372000" y="315522"/>
            <a:ext cx="11448000" cy="256224"/>
          </a:xfrm>
        </p:spPr>
        <p:txBody>
          <a:bodyPr/>
          <a:lstStyle/>
          <a:p>
            <a:r>
              <a:rPr lang="ja-JP" altLang="en-US" sz="1800"/>
              <a:t>オーナー</a:t>
            </a:r>
            <a:r>
              <a:rPr lang="en-US" altLang="ja-JP" sz="1800"/>
              <a:t>CS</a:t>
            </a:r>
            <a:r>
              <a:rPr lang="ja-JP" altLang="en-US" sz="1800"/>
              <a:t>移管概要</a:t>
            </a:r>
            <a:endParaRPr lang="en-US" altLang="ja-JP" sz="1800"/>
          </a:p>
        </p:txBody>
      </p:sp>
      <p:sp>
        <p:nvSpPr>
          <p:cNvPr id="5" name="スライド番号プレースホルダー 4">
            <a:extLst>
              <a:ext uri="{FF2B5EF4-FFF2-40B4-BE49-F238E27FC236}">
                <a16:creationId xmlns:a16="http://schemas.microsoft.com/office/drawing/2014/main" id="{182CA5E2-7447-7CD3-7E49-F3439DDE248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sp>
        <p:nvSpPr>
          <p:cNvPr id="6" name="正方形/長方形 5">
            <a:extLst>
              <a:ext uri="{FF2B5EF4-FFF2-40B4-BE49-F238E27FC236}">
                <a16:creationId xmlns:a16="http://schemas.microsoft.com/office/drawing/2014/main" id="{3F4106A8-9397-B7DE-0FAA-3035E8C1C657}"/>
              </a:ext>
            </a:extLst>
          </p:cNvPr>
          <p:cNvSpPr/>
          <p:nvPr/>
        </p:nvSpPr>
        <p:spPr>
          <a:xfrm>
            <a:off x="551411" y="1183331"/>
            <a:ext cx="10329949" cy="369332"/>
          </a:xfrm>
          <a:prstGeom prst="rect">
            <a:avLst/>
          </a:prstGeom>
        </p:spPr>
        <p:txBody>
          <a:bodyPr wrap="square" lIns="91440" tIns="45720" rIns="91440" bIns="45720" anchor="t">
            <a:spAutoFit/>
          </a:bodyPr>
          <a:lstStyle/>
          <a:p>
            <a:pPr algn="ctr" eaLnBrk="1" hangingPunct="1">
              <a:defRPr/>
            </a:pPr>
            <a:r>
              <a:rPr lang="ja-JP" altLang="en-US" b="1">
                <a:solidFill>
                  <a:srgbClr val="000000"/>
                </a:solidFill>
                <a:latin typeface="メイリオ"/>
                <a:ea typeface="メイリオ"/>
              </a:rPr>
              <a:t>オーナーCA移管を行い、CO工数を空けることでクライアント</a:t>
            </a:r>
            <a:r>
              <a:rPr lang="ja-JP" altLang="en-US" b="1">
                <a:solidFill>
                  <a:srgbClr val="000000"/>
                </a:solidFill>
                <a:latin typeface="メイリオ"/>
                <a:ea typeface="メイリオ"/>
                <a:cs typeface="メイリオ" panose="020B0604030504040204" pitchFamily="50" charset="-128"/>
              </a:rPr>
              <a:t>業務に集中できる環境を構築する</a:t>
            </a:r>
          </a:p>
        </p:txBody>
      </p:sp>
      <p:pic>
        <p:nvPicPr>
          <p:cNvPr id="8" name="図 7" descr="グラフィカル ユーザー インターフェイス, アプリケーション, PowerPoint&#10;&#10;説明は自動で生成されたものです">
            <a:extLst>
              <a:ext uri="{FF2B5EF4-FFF2-40B4-BE49-F238E27FC236}">
                <a16:creationId xmlns:a16="http://schemas.microsoft.com/office/drawing/2014/main" id="{264930EC-5D50-0685-8376-A6E08AC4966B}"/>
              </a:ext>
            </a:extLst>
          </p:cNvPr>
          <p:cNvPicPr>
            <a:picLocks noChangeAspect="1"/>
          </p:cNvPicPr>
          <p:nvPr/>
        </p:nvPicPr>
        <p:blipFill>
          <a:blip r:embed="rId2"/>
          <a:stretch>
            <a:fillRect/>
          </a:stretch>
        </p:blipFill>
        <p:spPr>
          <a:xfrm>
            <a:off x="1238661" y="1743716"/>
            <a:ext cx="9044183" cy="4401231"/>
          </a:xfrm>
          <a:prstGeom prst="rect">
            <a:avLst/>
          </a:prstGeom>
        </p:spPr>
      </p:pic>
      <p:sp>
        <p:nvSpPr>
          <p:cNvPr id="10" name="テキスト ボックス 9">
            <a:extLst>
              <a:ext uri="{FF2B5EF4-FFF2-40B4-BE49-F238E27FC236}">
                <a16:creationId xmlns:a16="http://schemas.microsoft.com/office/drawing/2014/main" id="{243AD47C-8987-5ECF-5572-1E4EDC2B3CB7}"/>
              </a:ext>
            </a:extLst>
          </p:cNvPr>
          <p:cNvSpPr txBox="1"/>
          <p:nvPr/>
        </p:nvSpPr>
        <p:spPr>
          <a:xfrm>
            <a:off x="7204880" y="3876857"/>
            <a:ext cx="13738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b="1">
                <a:solidFill>
                  <a:srgbClr val="FF0000"/>
                </a:solidFill>
                <a:latin typeface="+mj-ea"/>
                <a:ea typeface="+mj-ea"/>
              </a:rPr>
              <a:t>HCS移管</a:t>
            </a:r>
          </a:p>
        </p:txBody>
      </p:sp>
      <p:sp>
        <p:nvSpPr>
          <p:cNvPr id="11" name="正方形/長方形 10">
            <a:extLst>
              <a:ext uri="{FF2B5EF4-FFF2-40B4-BE49-F238E27FC236}">
                <a16:creationId xmlns:a16="http://schemas.microsoft.com/office/drawing/2014/main" id="{12265FB1-9177-592F-C9DD-B453E017578A}"/>
              </a:ext>
            </a:extLst>
          </p:cNvPr>
          <p:cNvSpPr/>
          <p:nvPr/>
        </p:nvSpPr>
        <p:spPr>
          <a:xfrm>
            <a:off x="5195455" y="2837972"/>
            <a:ext cx="4862946" cy="970063"/>
          </a:xfrm>
          <a:prstGeom prst="rect">
            <a:avLst/>
          </a:prstGeom>
          <a:noFill/>
          <a:ln>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l"/>
            <a:endParaRPr kumimoji="1" lang="ja-JP" altLang="en-US" sz="1050">
              <a:solidFill>
                <a:schemeClr val="tx1"/>
              </a:solidFill>
            </a:endParaRPr>
          </a:p>
        </p:txBody>
      </p:sp>
    </p:spTree>
    <p:extLst>
      <p:ext uri="{BB962C8B-B14F-4D97-AF65-F5344CB8AC3E}">
        <p14:creationId xmlns:p14="http://schemas.microsoft.com/office/powerpoint/2010/main" val="1994735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AD64F-2571-4717-B578-02B60A326168}"/>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F478E76-7EFD-2EA7-8113-00B643A57168}"/>
              </a:ext>
            </a:extLst>
          </p:cNvPr>
          <p:cNvSpPr>
            <a:spLocks noGrp="1"/>
          </p:cNvSpPr>
          <p:nvPr>
            <p:ph type="body" sz="quarter" idx="13"/>
          </p:nvPr>
        </p:nvSpPr>
        <p:spPr>
          <a:xfrm>
            <a:off x="486300" y="308896"/>
            <a:ext cx="11448000" cy="256224"/>
          </a:xfrm>
        </p:spPr>
        <p:txBody>
          <a:bodyPr/>
          <a:lstStyle/>
          <a:p>
            <a:r>
              <a:rPr lang="ja-JP" altLang="en-US" sz="1800"/>
              <a:t>進捗なしストック</a:t>
            </a:r>
            <a:r>
              <a:rPr lang="en-US" altLang="ja-JP" sz="1800"/>
              <a:t>CS</a:t>
            </a:r>
            <a:r>
              <a:rPr lang="ja-JP" altLang="en-US" sz="1800"/>
              <a:t>移管（第一弾：</a:t>
            </a:r>
            <a:r>
              <a:rPr lang="en-US" altLang="ja-JP" sz="1800"/>
              <a:t>6</a:t>
            </a:r>
            <a:r>
              <a:rPr lang="ja-JP" altLang="en-US" sz="1800"/>
              <a:t>月中）：移管の流れ</a:t>
            </a:r>
            <a:endParaRPr kumimoji="1" lang="ja-JP" altLang="en-US" sz="1800"/>
          </a:p>
        </p:txBody>
      </p:sp>
      <p:sp>
        <p:nvSpPr>
          <p:cNvPr id="4" name="フッター プレースホルダー 3">
            <a:extLst>
              <a:ext uri="{FF2B5EF4-FFF2-40B4-BE49-F238E27FC236}">
                <a16:creationId xmlns:a16="http://schemas.microsoft.com/office/drawing/2014/main" id="{7C9D0116-EA12-E51F-D891-84B53351ABE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 altLang="ja-JP" sz="600" b="0" i="0" u="none" strike="noStrike" kern="1200" cap="none" spc="0" normalizeH="0" baseline="0" noProof="0">
                <a:ln>
                  <a:noFill/>
                </a:ln>
                <a:solidFill>
                  <a:srgbClr val="000000">
                    <a:tint val="75000"/>
                  </a:srgbClr>
                </a:solidFill>
                <a:effectLst/>
                <a:uLnTx/>
                <a:uFillTx/>
                <a:latin typeface="Arial" panose="020B0604020202020204" pitchFamily="34" charset="0"/>
                <a:ea typeface="Meiryo" panose="020B0604030504040204" pitchFamily="34" charset="-128"/>
                <a:cs typeface="Arial" panose="020B0604020202020204" pitchFamily="34" charset="0"/>
              </a:rPr>
              <a:t>(C) Recruit Co., Ltd. All rights reserved. </a:t>
            </a:r>
            <a:endParaRPr kumimoji="1" lang="ja-JP" altLang="en-US" sz="600" b="0" i="0" u="none" strike="noStrike" kern="1200" cap="none" spc="0" normalizeH="0" baseline="0" noProof="0">
              <a:ln>
                <a:noFill/>
              </a:ln>
              <a:solidFill>
                <a:srgbClr val="000000">
                  <a:tint val="75000"/>
                </a:srgbClr>
              </a:solidFill>
              <a:effectLst/>
              <a:uLnTx/>
              <a:uFillTx/>
              <a:latin typeface="Arial" panose="020B0604020202020204" pitchFamily="34" charset="0"/>
              <a:ea typeface="Meiryo" panose="020B0604030504040204" pitchFamily="34" charset="-128"/>
              <a:cs typeface="Arial" panose="020B0604020202020204" pitchFamily="34" charset="0"/>
            </a:endParaRPr>
          </a:p>
        </p:txBody>
      </p:sp>
      <p:sp>
        <p:nvSpPr>
          <p:cNvPr id="5" name="スライド番号プレースホルダー 4">
            <a:extLst>
              <a:ext uri="{FF2B5EF4-FFF2-40B4-BE49-F238E27FC236}">
                <a16:creationId xmlns:a16="http://schemas.microsoft.com/office/drawing/2014/main" id="{2801A94D-A0A2-BF6B-2377-885D1E50BE8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sp>
        <p:nvSpPr>
          <p:cNvPr id="6" name="正方形/長方形 5">
            <a:extLst>
              <a:ext uri="{FF2B5EF4-FFF2-40B4-BE49-F238E27FC236}">
                <a16:creationId xmlns:a16="http://schemas.microsoft.com/office/drawing/2014/main" id="{37907CA8-E936-68AF-F234-06D599CF8F6E}"/>
              </a:ext>
            </a:extLst>
          </p:cNvPr>
          <p:cNvSpPr/>
          <p:nvPr/>
        </p:nvSpPr>
        <p:spPr>
          <a:xfrm>
            <a:off x="1012787" y="956934"/>
            <a:ext cx="10166426" cy="63696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nchorCtr="0"/>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6/3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時点で進捗のないストックオーナー</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CS</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について、全</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CS</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に意向確認を実施した上で</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CA</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アサインを希望する</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CS</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は</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HCS</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移管。</a:t>
            </a:r>
          </a:p>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CA</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アサイン不要・期日まで返信なし</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CS</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については、全社</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DB</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へ移管。</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p:txBody>
      </p:sp>
      <p:graphicFrame>
        <p:nvGraphicFramePr>
          <p:cNvPr id="9" name="図表 8">
            <a:extLst>
              <a:ext uri="{FF2B5EF4-FFF2-40B4-BE49-F238E27FC236}">
                <a16:creationId xmlns:a16="http://schemas.microsoft.com/office/drawing/2014/main" id="{1B4C7B3A-D3FD-2EA5-BCBC-99DE2EDF5D5B}"/>
              </a:ext>
            </a:extLst>
          </p:cNvPr>
          <p:cNvGraphicFramePr/>
          <p:nvPr>
            <p:extLst>
              <p:ext uri="{D42A27DB-BD31-4B8C-83A1-F6EECF244321}">
                <p14:modId xmlns:p14="http://schemas.microsoft.com/office/powerpoint/2010/main" val="1227971366"/>
              </p:ext>
            </p:extLst>
          </p:nvPr>
        </p:nvGraphicFramePr>
        <p:xfrm>
          <a:off x="1852984" y="1677491"/>
          <a:ext cx="8128000" cy="4491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5972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0FE14-1233-E8EE-FA6C-0953E24D57B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1BDB9C8-9476-75F5-B477-A054E5CF1146}"/>
              </a:ext>
            </a:extLst>
          </p:cNvPr>
          <p:cNvSpPr>
            <a:spLocks noGrp="1"/>
          </p:cNvSpPr>
          <p:nvPr>
            <p:ph type="body" sz="quarter" idx="13"/>
          </p:nvPr>
        </p:nvSpPr>
        <p:spPr>
          <a:xfrm>
            <a:off x="372000" y="315522"/>
            <a:ext cx="11448000" cy="256224"/>
          </a:xfrm>
        </p:spPr>
        <p:txBody>
          <a:bodyPr/>
          <a:lstStyle/>
          <a:p>
            <a:r>
              <a:rPr lang="ja-JP" altLang="en-US" sz="1800"/>
              <a:t>進捗なしストック</a:t>
            </a:r>
            <a:r>
              <a:rPr lang="en-US" altLang="ja-JP" sz="1800"/>
              <a:t>CS</a:t>
            </a:r>
            <a:r>
              <a:rPr lang="ja-JP" altLang="en-US" sz="1800"/>
              <a:t>移管（第一弾：</a:t>
            </a:r>
            <a:r>
              <a:rPr lang="en-US" altLang="ja-JP" sz="1800"/>
              <a:t>6</a:t>
            </a:r>
            <a:r>
              <a:rPr lang="ja-JP" altLang="en-US" sz="1800"/>
              <a:t>月中）：想定数</a:t>
            </a:r>
            <a:endParaRPr lang="en-US" altLang="ja-JP" sz="1800"/>
          </a:p>
        </p:txBody>
      </p:sp>
      <p:sp>
        <p:nvSpPr>
          <p:cNvPr id="5" name="スライド番号プレースホルダー 4">
            <a:extLst>
              <a:ext uri="{FF2B5EF4-FFF2-40B4-BE49-F238E27FC236}">
                <a16:creationId xmlns:a16="http://schemas.microsoft.com/office/drawing/2014/main" id="{5E4FEB21-748C-27D2-8284-467CA6E4ACB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sp>
        <p:nvSpPr>
          <p:cNvPr id="13" name="正方形/長方形 12">
            <a:extLst>
              <a:ext uri="{FF2B5EF4-FFF2-40B4-BE49-F238E27FC236}">
                <a16:creationId xmlns:a16="http://schemas.microsoft.com/office/drawing/2014/main" id="{77D12A1C-4703-58D9-BE65-6214283D23A7}"/>
              </a:ext>
            </a:extLst>
          </p:cNvPr>
          <p:cNvSpPr/>
          <p:nvPr/>
        </p:nvSpPr>
        <p:spPr>
          <a:xfrm>
            <a:off x="1614271" y="893405"/>
            <a:ext cx="8963455" cy="6100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solidFill>
                  <a:srgbClr val="000000"/>
                </a:solidFill>
                <a:latin typeface="メイリオ"/>
                <a:ea typeface="メイリオ"/>
              </a:rPr>
              <a:t>HCS1</a:t>
            </a:r>
            <a:r>
              <a:rPr lang="ja-JP" altLang="en-US" sz="1400">
                <a:solidFill>
                  <a:srgbClr val="000000"/>
                </a:solidFill>
                <a:latin typeface="メイリオ"/>
                <a:ea typeface="メイリオ"/>
              </a:rPr>
              <a:t>部・</a:t>
            </a:r>
            <a:r>
              <a:rPr lang="en-US" altLang="ja-JP" sz="1400">
                <a:solidFill>
                  <a:srgbClr val="000000"/>
                </a:solidFill>
                <a:latin typeface="メイリオ"/>
                <a:ea typeface="メイリオ"/>
              </a:rPr>
              <a:t>2</a:t>
            </a:r>
            <a:r>
              <a:rPr lang="ja-JP" altLang="en-US" sz="1400">
                <a:solidFill>
                  <a:srgbClr val="000000"/>
                </a:solidFill>
                <a:latin typeface="メイリオ"/>
                <a:ea typeface="メイリオ"/>
              </a:rPr>
              <a:t>部の</a:t>
            </a:r>
            <a:r>
              <a:rPr lang="en-US" altLang="ja-JP" sz="1400">
                <a:solidFill>
                  <a:srgbClr val="000000"/>
                </a:solidFill>
                <a:latin typeface="メイリオ"/>
                <a:ea typeface="メイリオ"/>
              </a:rPr>
              <a:t>6</a:t>
            </a:r>
            <a:r>
              <a:rPr lang="ja-JP" altLang="en-US" sz="1400">
                <a:solidFill>
                  <a:srgbClr val="000000"/>
                </a:solidFill>
                <a:latin typeface="メイリオ"/>
                <a:ea typeface="メイリオ"/>
              </a:rPr>
              <a:t>月</a:t>
            </a:r>
            <a:r>
              <a:rPr lang="en-US" altLang="ja-JP" sz="1400">
                <a:solidFill>
                  <a:srgbClr val="000000"/>
                </a:solidFill>
                <a:latin typeface="メイリオ"/>
                <a:ea typeface="メイリオ"/>
              </a:rPr>
              <a:t>CA</a:t>
            </a:r>
            <a:r>
              <a:rPr lang="ja-JP" altLang="en-US" sz="1400">
                <a:solidFill>
                  <a:srgbClr val="000000"/>
                </a:solidFill>
                <a:latin typeface="メイリオ"/>
                <a:ea typeface="メイリオ"/>
              </a:rPr>
              <a:t>空き工数をベースに移管数を試算。</a:t>
            </a:r>
            <a:endParaRPr lang="en-US" altLang="ja-JP" sz="1400">
              <a:solidFill>
                <a:srgbClr val="000000"/>
              </a:solidFill>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solidFill>
                  <a:srgbClr val="000000"/>
                </a:solidFill>
                <a:latin typeface="メイリオ"/>
                <a:ea typeface="メイリオ"/>
              </a:rPr>
              <a:t>1-2</a:t>
            </a:r>
            <a:r>
              <a:rPr lang="ja-JP" altLang="en-US" sz="1400">
                <a:solidFill>
                  <a:srgbClr val="000000"/>
                </a:solidFill>
                <a:latin typeface="メイリオ"/>
                <a:ea typeface="メイリオ"/>
              </a:rPr>
              <a:t>、</a:t>
            </a:r>
            <a:r>
              <a:rPr lang="en-US" altLang="ja-JP" sz="1400">
                <a:solidFill>
                  <a:srgbClr val="000000"/>
                </a:solidFill>
                <a:latin typeface="メイリオ"/>
                <a:ea typeface="メイリオ"/>
              </a:rPr>
              <a:t>2-7</a:t>
            </a:r>
            <a:r>
              <a:rPr lang="ja-JP" altLang="en-US" sz="1400">
                <a:solidFill>
                  <a:srgbClr val="000000"/>
                </a:solidFill>
                <a:latin typeface="メイリオ"/>
                <a:ea typeface="メイリオ"/>
              </a:rPr>
              <a:t>に関して、</a:t>
            </a:r>
            <a:r>
              <a:rPr lang="en-US" altLang="ja-JP" sz="1400">
                <a:solidFill>
                  <a:srgbClr val="000000"/>
                </a:solidFill>
                <a:latin typeface="メイリオ"/>
                <a:ea typeface="メイリオ"/>
              </a:rPr>
              <a:t>1CA</a:t>
            </a:r>
            <a:r>
              <a:rPr lang="ja-JP" altLang="en-US" sz="1400">
                <a:solidFill>
                  <a:srgbClr val="000000"/>
                </a:solidFill>
                <a:latin typeface="メイリオ"/>
                <a:ea typeface="メイリオ"/>
              </a:rPr>
              <a:t>あたり移管数が多いため、面談有無等の対応調整を</a:t>
            </a:r>
            <a:r>
              <a:rPr lang="en-US" altLang="ja-JP" sz="1400">
                <a:solidFill>
                  <a:srgbClr val="000000"/>
                </a:solidFill>
                <a:latin typeface="メイリオ"/>
                <a:ea typeface="メイリオ"/>
              </a:rPr>
              <a:t>CA</a:t>
            </a:r>
            <a:r>
              <a:rPr lang="ja-JP" altLang="en-US" sz="1400">
                <a:solidFill>
                  <a:srgbClr val="000000"/>
                </a:solidFill>
                <a:latin typeface="メイリオ"/>
                <a:ea typeface="メイリオ"/>
              </a:rPr>
              <a:t>側で実施する。</a:t>
            </a:r>
            <a:endParaRPr lang="en-US" altLang="ja-JP" sz="1400">
              <a:solidFill>
                <a:srgbClr val="000000"/>
              </a:solidFill>
              <a:latin typeface="メイリオ"/>
              <a:ea typeface="メイリオ"/>
            </a:endParaRPr>
          </a:p>
        </p:txBody>
      </p:sp>
      <p:pic>
        <p:nvPicPr>
          <p:cNvPr id="8" name="図 7">
            <a:extLst>
              <a:ext uri="{FF2B5EF4-FFF2-40B4-BE49-F238E27FC236}">
                <a16:creationId xmlns:a16="http://schemas.microsoft.com/office/drawing/2014/main" id="{A3462F19-9306-AB85-1C2D-DD87489B0146}"/>
              </a:ext>
            </a:extLst>
          </p:cNvPr>
          <p:cNvPicPr>
            <a:picLocks noChangeAspect="1"/>
          </p:cNvPicPr>
          <p:nvPr/>
        </p:nvPicPr>
        <p:blipFill>
          <a:blip r:embed="rId2"/>
          <a:stretch>
            <a:fillRect/>
          </a:stretch>
        </p:blipFill>
        <p:spPr>
          <a:xfrm>
            <a:off x="2336111" y="1892634"/>
            <a:ext cx="7519777" cy="4054188"/>
          </a:xfrm>
          <a:prstGeom prst="rect">
            <a:avLst/>
          </a:prstGeom>
        </p:spPr>
      </p:pic>
    </p:spTree>
    <p:extLst>
      <p:ext uri="{BB962C8B-B14F-4D97-AF65-F5344CB8AC3E}">
        <p14:creationId xmlns:p14="http://schemas.microsoft.com/office/powerpoint/2010/main" val="933328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AEA3-5E70-96C6-14BD-EF0F227461DB}"/>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5A21BF6-7D16-C839-8F5E-A8DDF38E86A1}"/>
              </a:ext>
            </a:extLst>
          </p:cNvPr>
          <p:cNvSpPr>
            <a:spLocks noGrp="1"/>
          </p:cNvSpPr>
          <p:nvPr>
            <p:ph type="body" sz="quarter" idx="13"/>
          </p:nvPr>
        </p:nvSpPr>
        <p:spPr>
          <a:xfrm>
            <a:off x="372000" y="315522"/>
            <a:ext cx="11448000" cy="256224"/>
          </a:xfrm>
        </p:spPr>
        <p:txBody>
          <a:bodyPr/>
          <a:lstStyle/>
          <a:p>
            <a:r>
              <a:rPr lang="ja-JP" altLang="en-US" sz="1800"/>
              <a:t>フローオーナー</a:t>
            </a:r>
            <a:r>
              <a:rPr lang="en-US" altLang="ja-JP" sz="1800"/>
              <a:t>CS</a:t>
            </a:r>
            <a:r>
              <a:rPr lang="ja-JP" altLang="en-US" sz="1800"/>
              <a:t>移管（</a:t>
            </a:r>
            <a:r>
              <a:rPr lang="en-US" altLang="ja-JP" sz="1800"/>
              <a:t>7/1</a:t>
            </a:r>
            <a:r>
              <a:rPr lang="ja-JP" altLang="en-US" sz="1800"/>
              <a:t>スタート）：エントリーの流れ</a:t>
            </a:r>
            <a:endParaRPr lang="en-US" altLang="ja-JP" sz="1800"/>
          </a:p>
        </p:txBody>
      </p:sp>
      <p:sp>
        <p:nvSpPr>
          <p:cNvPr id="5" name="スライド番号プレースホルダー 4">
            <a:extLst>
              <a:ext uri="{FF2B5EF4-FFF2-40B4-BE49-F238E27FC236}">
                <a16:creationId xmlns:a16="http://schemas.microsoft.com/office/drawing/2014/main" id="{182CA5E2-7447-7CD3-7E49-F3439DDE248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sp>
        <p:nvSpPr>
          <p:cNvPr id="13" name="正方形/長方形 12">
            <a:extLst>
              <a:ext uri="{FF2B5EF4-FFF2-40B4-BE49-F238E27FC236}">
                <a16:creationId xmlns:a16="http://schemas.microsoft.com/office/drawing/2014/main" id="{42F812ED-AC41-4602-7841-E03EE0543E74}"/>
              </a:ext>
            </a:extLst>
          </p:cNvPr>
          <p:cNvSpPr/>
          <p:nvPr/>
        </p:nvSpPr>
        <p:spPr>
          <a:xfrm>
            <a:off x="1119883" y="952742"/>
            <a:ext cx="9952234" cy="100420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nchorCtr="0"/>
          <a:lstStyle/>
          <a:p>
            <a:pPr>
              <a:defRPr/>
            </a:pP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a:t>
            </a:r>
            <a:r>
              <a:rPr lang="ja-JP" altLang="en-US" sz="1400">
                <a:solidFill>
                  <a:srgbClr val="000000"/>
                </a:solidFill>
                <a:latin typeface="メイリオ"/>
                <a:ea typeface="メイリオ"/>
              </a:rPr>
              <a:t>スカウト返信によりオーナーとなる</a:t>
            </a:r>
            <a:r>
              <a:rPr lang="en-US" altLang="ja-JP" sz="1400">
                <a:solidFill>
                  <a:srgbClr val="000000"/>
                </a:solidFill>
                <a:latin typeface="メイリオ"/>
                <a:ea typeface="メイリオ"/>
              </a:rPr>
              <a:t>CS</a:t>
            </a:r>
            <a:r>
              <a:rPr lang="ja-JP" altLang="en-US" sz="1400">
                <a:solidFill>
                  <a:srgbClr val="000000"/>
                </a:solidFill>
                <a:latin typeface="メイリオ"/>
                <a:ea typeface="メイリオ"/>
              </a:rPr>
              <a:t>に「スカウト求人以外も提案希望」か「スカウト求人のみ希望」かを確認し、</a:t>
            </a:r>
            <a:endParaRPr lang="en-US" altLang="ja-JP" sz="1400">
              <a:solidFill>
                <a:srgbClr val="000000"/>
              </a:solidFill>
              <a:latin typeface="メイリオ"/>
              <a:ea typeface="メイリオ"/>
            </a:endParaRPr>
          </a:p>
          <a:p>
            <a:pPr>
              <a:defRPr/>
            </a:pPr>
            <a:r>
              <a:rPr lang="ja-JP" altLang="en-US" sz="1400">
                <a:solidFill>
                  <a:srgbClr val="000000"/>
                </a:solidFill>
                <a:latin typeface="メイリオ"/>
                <a:ea typeface="メイリオ"/>
              </a:rPr>
              <a:t>　「スカウト求人以外も提案希望」</a:t>
            </a:r>
            <a:r>
              <a:rPr lang="en-US" altLang="ja-JP" sz="1400">
                <a:solidFill>
                  <a:srgbClr val="000000"/>
                </a:solidFill>
                <a:latin typeface="メイリオ"/>
                <a:ea typeface="メイリオ"/>
              </a:rPr>
              <a:t>CS</a:t>
            </a:r>
            <a:r>
              <a:rPr lang="ja-JP" altLang="en-US" sz="1400">
                <a:solidFill>
                  <a:srgbClr val="000000"/>
                </a:solidFill>
                <a:latin typeface="メイリオ"/>
                <a:ea typeface="メイリオ"/>
              </a:rPr>
              <a:t>の</a:t>
            </a:r>
            <a:r>
              <a:rPr lang="en-US" altLang="ja-JP" sz="1400">
                <a:solidFill>
                  <a:srgbClr val="000000"/>
                </a:solidFill>
                <a:latin typeface="メイリオ"/>
                <a:ea typeface="メイリオ"/>
              </a:rPr>
              <a:t>CA</a:t>
            </a:r>
            <a:r>
              <a:rPr lang="ja-JP" altLang="en-US" sz="1400">
                <a:solidFill>
                  <a:srgbClr val="000000"/>
                </a:solidFill>
                <a:latin typeface="メイリオ"/>
                <a:ea typeface="メイリオ"/>
              </a:rPr>
              <a:t>面談を</a:t>
            </a:r>
            <a:r>
              <a:rPr lang="en-US" altLang="ja-JP" sz="1400">
                <a:solidFill>
                  <a:srgbClr val="000000"/>
                </a:solidFill>
                <a:latin typeface="メイリオ"/>
                <a:ea typeface="メイリオ"/>
              </a:rPr>
              <a:t>HCS</a:t>
            </a:r>
            <a:r>
              <a:rPr lang="ja-JP" altLang="en-US" sz="1400">
                <a:solidFill>
                  <a:srgbClr val="000000"/>
                </a:solidFill>
                <a:latin typeface="メイリオ"/>
                <a:ea typeface="メイリオ"/>
              </a:rPr>
              <a:t>で実施する。</a:t>
            </a:r>
            <a:endParaRPr lang="en-US" altLang="ja-JP" sz="1400">
              <a:solidFill>
                <a:srgbClr val="000000"/>
              </a:solidFill>
              <a:latin typeface="メイリオ"/>
              <a:ea typeface="メイリオ"/>
            </a:endParaRPr>
          </a:p>
          <a:p>
            <a:pPr>
              <a:defRPr/>
            </a:pPr>
            <a:r>
              <a:rPr lang="ja-JP" altLang="en-US" sz="1400">
                <a:solidFill>
                  <a:srgbClr val="000000"/>
                </a:solidFill>
                <a:latin typeface="メイリオ"/>
                <a:ea typeface="メイリオ"/>
              </a:rPr>
              <a:t>・スカウト返信により集客した</a:t>
            </a:r>
            <a:r>
              <a:rPr lang="en-US" altLang="ja-JP" sz="1400">
                <a:solidFill>
                  <a:srgbClr val="000000"/>
                </a:solidFill>
                <a:latin typeface="メイリオ"/>
                <a:ea typeface="メイリオ"/>
              </a:rPr>
              <a:t>CS</a:t>
            </a:r>
            <a:r>
              <a:rPr lang="ja-JP" altLang="en-US" sz="1400">
                <a:solidFill>
                  <a:srgbClr val="000000"/>
                </a:solidFill>
                <a:latin typeface="メイリオ"/>
                <a:ea typeface="メイリオ"/>
              </a:rPr>
              <a:t>については全件</a:t>
            </a:r>
            <a:r>
              <a:rPr lang="en-US" altLang="ja-JP" sz="1400">
                <a:solidFill>
                  <a:srgbClr val="000000"/>
                </a:solidFill>
                <a:latin typeface="メイリオ"/>
                <a:ea typeface="メイリオ"/>
              </a:rPr>
              <a:t>F</a:t>
            </a:r>
            <a:r>
              <a:rPr lang="ja-JP" altLang="en-US" sz="1400">
                <a:solidFill>
                  <a:srgbClr val="000000"/>
                </a:solidFill>
                <a:latin typeface="メイリオ"/>
                <a:ea typeface="メイリオ"/>
              </a:rPr>
              <a:t>として対応する。（</a:t>
            </a:r>
            <a:r>
              <a:rPr lang="en-US" altLang="ja-JP" sz="1400">
                <a:solidFill>
                  <a:srgbClr val="000000"/>
                </a:solidFill>
                <a:latin typeface="メイリオ"/>
                <a:ea typeface="メイリオ"/>
              </a:rPr>
              <a:t>HCS</a:t>
            </a:r>
            <a:r>
              <a:rPr lang="ja-JP" altLang="en-US" sz="1400">
                <a:solidFill>
                  <a:srgbClr val="000000"/>
                </a:solidFill>
                <a:latin typeface="メイリオ"/>
                <a:ea typeface="メイリオ"/>
              </a:rPr>
              <a:t>合意済）</a:t>
            </a:r>
          </a:p>
          <a:p>
            <a:pPr>
              <a:defRPr/>
            </a:pPr>
            <a:r>
              <a:rPr lang="ja-JP" altLang="en-US" sz="1400">
                <a:solidFill>
                  <a:srgbClr val="000000"/>
                </a:solidFill>
                <a:latin typeface="メイリオ"/>
                <a:ea typeface="メイリオ"/>
              </a:rPr>
              <a:t>・2Qは新規CSのフロー構築を行い、3Qに全社DB起き上がりCSもHCS面談対応可能なオペレーション設計を行う。</a:t>
            </a:r>
          </a:p>
        </p:txBody>
      </p:sp>
      <p:graphicFrame>
        <p:nvGraphicFramePr>
          <p:cNvPr id="2" name="図表 1">
            <a:extLst>
              <a:ext uri="{FF2B5EF4-FFF2-40B4-BE49-F238E27FC236}">
                <a16:creationId xmlns:a16="http://schemas.microsoft.com/office/drawing/2014/main" id="{4F5B5C8F-E489-5A49-AD35-488E5BC5437A}"/>
              </a:ext>
            </a:extLst>
          </p:cNvPr>
          <p:cNvGraphicFramePr/>
          <p:nvPr>
            <p:extLst>
              <p:ext uri="{D42A27DB-BD31-4B8C-83A1-F6EECF244321}">
                <p14:modId xmlns:p14="http://schemas.microsoft.com/office/powerpoint/2010/main" val="2968977411"/>
              </p:ext>
            </p:extLst>
          </p:nvPr>
        </p:nvGraphicFramePr>
        <p:xfrm>
          <a:off x="929470" y="1793231"/>
          <a:ext cx="10024369" cy="47492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3200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4801D-637E-F71A-C159-CB06E64B50E8}"/>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7EAB4AE-4F98-97A0-9DD9-7C8CAEC42FC5}"/>
              </a:ext>
            </a:extLst>
          </p:cNvPr>
          <p:cNvSpPr>
            <a:spLocks noGrp="1"/>
          </p:cNvSpPr>
          <p:nvPr>
            <p:ph type="body" sz="quarter" idx="13"/>
          </p:nvPr>
        </p:nvSpPr>
        <p:spPr>
          <a:xfrm>
            <a:off x="372000" y="315522"/>
            <a:ext cx="11448000" cy="256224"/>
          </a:xfrm>
        </p:spPr>
        <p:txBody>
          <a:bodyPr/>
          <a:lstStyle/>
          <a:p>
            <a:r>
              <a:rPr lang="ja-JP" altLang="en-US" sz="1800">
                <a:latin typeface="メイリオ"/>
                <a:ea typeface="メイリオ"/>
              </a:rPr>
              <a:t>フローオーナー</a:t>
            </a:r>
            <a:r>
              <a:rPr lang="en-US" altLang="ja-JP" sz="1800">
                <a:latin typeface="メイリオ"/>
                <a:ea typeface="メイリオ"/>
              </a:rPr>
              <a:t>CS</a:t>
            </a:r>
            <a:r>
              <a:rPr lang="ja-JP" altLang="en-US" sz="1800">
                <a:latin typeface="メイリオ"/>
                <a:ea typeface="メイリオ"/>
              </a:rPr>
              <a:t>移管（</a:t>
            </a:r>
            <a:r>
              <a:rPr lang="en-US" altLang="ja-JP" sz="1800">
                <a:latin typeface="メイリオ"/>
                <a:ea typeface="メイリオ"/>
              </a:rPr>
              <a:t>7/1</a:t>
            </a:r>
            <a:r>
              <a:rPr lang="ja-JP" altLang="en-US" sz="1800">
                <a:latin typeface="メイリオ"/>
                <a:ea typeface="メイリオ"/>
              </a:rPr>
              <a:t>スタート）：決定経路・担い手の変化</a:t>
            </a:r>
            <a:r>
              <a:rPr lang="en-US" altLang="ja-JP" sz="1800">
                <a:latin typeface="メイリオ"/>
                <a:ea typeface="メイリオ"/>
              </a:rPr>
              <a:t>/</a:t>
            </a:r>
            <a:r>
              <a:rPr lang="en-US" altLang="ja-JP" sz="1800" err="1">
                <a:latin typeface="メイリオ"/>
                <a:ea typeface="メイリオ"/>
              </a:rPr>
              <a:t>発展</a:t>
            </a:r>
            <a:r>
              <a:rPr lang="ja-JP" altLang="en-US" sz="1800">
                <a:latin typeface="メイリオ"/>
                <a:ea typeface="メイリオ"/>
              </a:rPr>
              <a:t>性とリスク</a:t>
            </a:r>
            <a:endParaRPr lang="en-US" altLang="ja-JP" sz="1800">
              <a:latin typeface="メイリオ"/>
              <a:ea typeface="メイリオ"/>
            </a:endParaRPr>
          </a:p>
        </p:txBody>
      </p:sp>
      <p:sp>
        <p:nvSpPr>
          <p:cNvPr id="5" name="スライド番号プレースホルダー 4">
            <a:extLst>
              <a:ext uri="{FF2B5EF4-FFF2-40B4-BE49-F238E27FC236}">
                <a16:creationId xmlns:a16="http://schemas.microsoft.com/office/drawing/2014/main" id="{02DA27B6-FB69-44ED-DFE5-B5D49DF6F9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sp>
        <p:nvSpPr>
          <p:cNvPr id="13" name="正方形/長方形 12">
            <a:extLst>
              <a:ext uri="{FF2B5EF4-FFF2-40B4-BE49-F238E27FC236}">
                <a16:creationId xmlns:a16="http://schemas.microsoft.com/office/drawing/2014/main" id="{309153B0-0166-76E7-734E-EFA7E72630A9}"/>
              </a:ext>
            </a:extLst>
          </p:cNvPr>
          <p:cNvSpPr/>
          <p:nvPr/>
        </p:nvSpPr>
        <p:spPr>
          <a:xfrm>
            <a:off x="1295016" y="964041"/>
            <a:ext cx="9212837" cy="95572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a:t>
            </a:r>
            <a:r>
              <a:rPr lang="ja-JP" altLang="en-US" sz="1400">
                <a:solidFill>
                  <a:srgbClr val="000000"/>
                </a:solidFill>
                <a:latin typeface="メイリオ"/>
                <a:ea typeface="メイリオ"/>
              </a:rPr>
              <a:t>今までの決定経路のうち、</a:t>
            </a:r>
            <a:r>
              <a:rPr lang="en-US" altLang="ja-JP" sz="1400">
                <a:solidFill>
                  <a:srgbClr val="000000"/>
                </a:solidFill>
                <a:latin typeface="メイリオ"/>
                <a:ea typeface="メイリオ"/>
              </a:rPr>
              <a:t>HG</a:t>
            </a:r>
            <a:r>
              <a:rPr lang="ja-JP" altLang="en-US" sz="1400">
                <a:solidFill>
                  <a:srgbClr val="000000"/>
                </a:solidFill>
                <a:latin typeface="メイリオ"/>
                <a:ea typeface="メイリオ"/>
              </a:rPr>
              <a:t>両面決定はサービス再編によりスカウト強化・促進がされ伸長可能性あり。</a:t>
            </a:r>
            <a:endParaRPr lang="en-US" altLang="ja-JP" sz="1400">
              <a:solidFill>
                <a:srgbClr val="000000"/>
              </a:solidFill>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・一方で、</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HG</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内クロス決定（他</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CO</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の求人に手マッチし決定）は棄損可能性あり。</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solidFill>
                  <a:srgbClr val="000000"/>
                </a:solidFill>
                <a:latin typeface="メイリオ"/>
                <a:ea typeface="メイリオ"/>
              </a:rPr>
              <a:t>　決定内訳は</a:t>
            </a:r>
            <a:r>
              <a:rPr lang="en-US" altLang="ja-JP" sz="1400">
                <a:solidFill>
                  <a:srgbClr val="000000"/>
                </a:solidFill>
                <a:latin typeface="メイリオ"/>
                <a:ea typeface="メイリオ"/>
              </a:rPr>
              <a:t>BO</a:t>
            </a:r>
            <a:r>
              <a:rPr lang="ja-JP" altLang="en-US" sz="1400">
                <a:solidFill>
                  <a:srgbClr val="000000"/>
                </a:solidFill>
                <a:latin typeface="メイリオ"/>
                <a:ea typeface="メイリオ"/>
              </a:rPr>
              <a:t>大への決定がメインであるため、</a:t>
            </a:r>
            <a:r>
              <a:rPr lang="en-US" altLang="ja-JP" sz="1400">
                <a:solidFill>
                  <a:srgbClr val="000000"/>
                </a:solidFill>
                <a:latin typeface="メイリオ"/>
                <a:ea typeface="メイリオ"/>
              </a:rPr>
              <a:t>HCS</a:t>
            </a:r>
            <a:r>
              <a:rPr lang="ja-JP" altLang="en-US" sz="1400">
                <a:solidFill>
                  <a:srgbClr val="000000"/>
                </a:solidFill>
                <a:latin typeface="メイリオ"/>
                <a:ea typeface="メイリオ"/>
              </a:rPr>
              <a:t>の組織学習により担保可能との見立て。</a:t>
            </a:r>
            <a:endParaRPr lang="en-US" altLang="ja-JP" sz="1400">
              <a:solidFill>
                <a:srgbClr val="000000"/>
              </a:solidFill>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RA</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求人決定</a:t>
            </a:r>
            <a:r>
              <a:rPr lang="ja-JP" altLang="en-US" sz="1400">
                <a:solidFill>
                  <a:srgbClr val="000000"/>
                </a:solidFill>
                <a:latin typeface="メイリオ"/>
                <a:ea typeface="メイリオ"/>
              </a:rPr>
              <a:t>・</a:t>
            </a:r>
            <a:r>
              <a:rPr lang="en-US" altLang="ja-JP" sz="1400">
                <a:solidFill>
                  <a:srgbClr val="000000"/>
                </a:solidFill>
                <a:latin typeface="メイリオ"/>
                <a:ea typeface="メイリオ"/>
              </a:rPr>
              <a:t>I2A決定</a:t>
            </a:r>
            <a:r>
              <a:rPr lang="ja-JP" altLang="en-US" sz="1400">
                <a:solidFill>
                  <a:srgbClr val="000000"/>
                </a:solidFill>
                <a:latin typeface="メイリオ"/>
                <a:ea typeface="メイリオ"/>
              </a:rPr>
              <a:t>は</a:t>
            </a:r>
            <a:r>
              <a:rPr lang="en-US" altLang="ja-JP" sz="1400">
                <a:solidFill>
                  <a:srgbClr val="000000"/>
                </a:solidFill>
                <a:latin typeface="メイリオ"/>
                <a:ea typeface="メイリオ"/>
              </a:rPr>
              <a:t>HG/HCS</a:t>
            </a:r>
            <a:r>
              <a:rPr lang="ja-JP" altLang="en-US" sz="1400">
                <a:solidFill>
                  <a:srgbClr val="000000"/>
                </a:solidFill>
                <a:latin typeface="メイリオ"/>
                <a:ea typeface="メイリオ"/>
              </a:rPr>
              <a:t>共に変わらず。</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p:txBody>
      </p:sp>
      <p:graphicFrame>
        <p:nvGraphicFramePr>
          <p:cNvPr id="4" name="図表 3">
            <a:extLst>
              <a:ext uri="{FF2B5EF4-FFF2-40B4-BE49-F238E27FC236}">
                <a16:creationId xmlns:a16="http://schemas.microsoft.com/office/drawing/2014/main" id="{857031B9-73A2-C331-F76D-073CA6494355}"/>
              </a:ext>
            </a:extLst>
          </p:cNvPr>
          <p:cNvGraphicFramePr/>
          <p:nvPr>
            <p:extLst>
              <p:ext uri="{D42A27DB-BD31-4B8C-83A1-F6EECF244321}">
                <p14:modId xmlns:p14="http://schemas.microsoft.com/office/powerpoint/2010/main" val="1537295253"/>
              </p:ext>
            </p:extLst>
          </p:nvPr>
        </p:nvGraphicFramePr>
        <p:xfrm>
          <a:off x="234808" y="3021606"/>
          <a:ext cx="4956317" cy="2543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テキスト ボックス 5">
            <a:extLst>
              <a:ext uri="{FF2B5EF4-FFF2-40B4-BE49-F238E27FC236}">
                <a16:creationId xmlns:a16="http://schemas.microsoft.com/office/drawing/2014/main" id="{D4DF4558-1979-1B1D-30A8-2CCED52C9F09}"/>
              </a:ext>
            </a:extLst>
          </p:cNvPr>
          <p:cNvSpPr txBox="1"/>
          <p:nvPr/>
        </p:nvSpPr>
        <p:spPr>
          <a:xfrm>
            <a:off x="737498" y="2509696"/>
            <a:ext cx="2823467" cy="307777"/>
          </a:xfrm>
          <a:prstGeom prst="rect">
            <a:avLst/>
          </a:prstGeom>
          <a:noFill/>
        </p:spPr>
        <p:txBody>
          <a:bodyPr wrap="square" rtlCol="0">
            <a:spAutoFit/>
          </a:bodyPr>
          <a:lstStyle/>
          <a:p>
            <a:pPr algn="l"/>
            <a:r>
              <a:rPr kumimoji="1" lang="en-US" altLang="ja-JP" sz="1400"/>
              <a:t>【</a:t>
            </a:r>
            <a:r>
              <a:rPr kumimoji="1" lang="ja-JP" altLang="en-US" sz="1400"/>
              <a:t>今までの決定経路</a:t>
            </a:r>
            <a:r>
              <a:rPr kumimoji="1" lang="en-US" altLang="ja-JP" sz="1400"/>
              <a:t>】</a:t>
            </a:r>
            <a:endParaRPr kumimoji="1" lang="ja-JP" altLang="en-US" sz="1400"/>
          </a:p>
        </p:txBody>
      </p:sp>
      <p:sp>
        <p:nvSpPr>
          <p:cNvPr id="11" name="テキスト ボックス 10">
            <a:extLst>
              <a:ext uri="{FF2B5EF4-FFF2-40B4-BE49-F238E27FC236}">
                <a16:creationId xmlns:a16="http://schemas.microsoft.com/office/drawing/2014/main" id="{5B16E3E3-97B2-6DBE-3181-9D3C561154C1}"/>
              </a:ext>
            </a:extLst>
          </p:cNvPr>
          <p:cNvSpPr txBox="1"/>
          <p:nvPr/>
        </p:nvSpPr>
        <p:spPr>
          <a:xfrm>
            <a:off x="4980713" y="2509695"/>
            <a:ext cx="3471165" cy="307777"/>
          </a:xfrm>
          <a:prstGeom prst="rect">
            <a:avLst/>
          </a:prstGeom>
          <a:noFill/>
        </p:spPr>
        <p:txBody>
          <a:bodyPr wrap="square" rtlCol="0">
            <a:spAutoFit/>
          </a:bodyPr>
          <a:lstStyle/>
          <a:p>
            <a:pPr algn="l"/>
            <a:r>
              <a:rPr kumimoji="1" lang="en-US" altLang="ja-JP" sz="1400"/>
              <a:t>【</a:t>
            </a:r>
            <a:r>
              <a:rPr kumimoji="1" lang="ja-JP" altLang="en-US" sz="1400"/>
              <a:t>担い手の変更と発展性</a:t>
            </a:r>
            <a:r>
              <a:rPr kumimoji="1" lang="en-US" altLang="ja-JP" sz="1400"/>
              <a:t>/</a:t>
            </a:r>
            <a:r>
              <a:rPr kumimoji="1" lang="ja-JP" altLang="en-US" sz="1400"/>
              <a:t>リスク</a:t>
            </a:r>
            <a:r>
              <a:rPr kumimoji="1" lang="en-US" altLang="ja-JP" sz="1400"/>
              <a:t>】</a:t>
            </a:r>
            <a:endParaRPr kumimoji="1" lang="ja-JP" altLang="en-US" sz="1400"/>
          </a:p>
        </p:txBody>
      </p:sp>
      <p:pic>
        <p:nvPicPr>
          <p:cNvPr id="15" name="図 14">
            <a:extLst>
              <a:ext uri="{FF2B5EF4-FFF2-40B4-BE49-F238E27FC236}">
                <a16:creationId xmlns:a16="http://schemas.microsoft.com/office/drawing/2014/main" id="{6FD41EB1-1989-274A-57E9-76D682BAA77B}"/>
              </a:ext>
            </a:extLst>
          </p:cNvPr>
          <p:cNvPicPr>
            <a:picLocks noChangeAspect="1"/>
          </p:cNvPicPr>
          <p:nvPr/>
        </p:nvPicPr>
        <p:blipFill>
          <a:blip r:embed="rId7"/>
          <a:stretch>
            <a:fillRect/>
          </a:stretch>
        </p:blipFill>
        <p:spPr>
          <a:xfrm>
            <a:off x="5191125" y="3048058"/>
            <a:ext cx="6521507" cy="1939925"/>
          </a:xfrm>
          <a:prstGeom prst="rect">
            <a:avLst/>
          </a:prstGeom>
        </p:spPr>
      </p:pic>
    </p:spTree>
    <p:extLst>
      <p:ext uri="{BB962C8B-B14F-4D97-AF65-F5344CB8AC3E}">
        <p14:creationId xmlns:p14="http://schemas.microsoft.com/office/powerpoint/2010/main" val="2208076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CDF46-50AB-2688-7D57-8F76550330EB}"/>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8015CB3-D0E2-1CF7-607C-B6F0BC10FA7D}"/>
              </a:ext>
            </a:extLst>
          </p:cNvPr>
          <p:cNvSpPr>
            <a:spLocks noGrp="1"/>
          </p:cNvSpPr>
          <p:nvPr>
            <p:ph type="body" sz="quarter" idx="13"/>
          </p:nvPr>
        </p:nvSpPr>
        <p:spPr>
          <a:xfrm>
            <a:off x="372000" y="315522"/>
            <a:ext cx="11448000" cy="256224"/>
          </a:xfrm>
        </p:spPr>
        <p:txBody>
          <a:bodyPr/>
          <a:lstStyle/>
          <a:p>
            <a:r>
              <a:rPr lang="ja-JP" altLang="en-US" sz="1800"/>
              <a:t>フローオーナー</a:t>
            </a:r>
            <a:r>
              <a:rPr lang="en-US" altLang="ja-JP" sz="1800"/>
              <a:t>CS</a:t>
            </a:r>
            <a:r>
              <a:rPr lang="ja-JP" altLang="en-US" sz="1800"/>
              <a:t>移管（</a:t>
            </a:r>
            <a:r>
              <a:rPr lang="en-US" altLang="ja-JP" sz="1800"/>
              <a:t>7/1</a:t>
            </a:r>
            <a:r>
              <a:rPr lang="ja-JP" altLang="en-US" sz="1800"/>
              <a:t>スタート）：移管数試算</a:t>
            </a:r>
            <a:endParaRPr lang="en-US" altLang="ja-JP" sz="1800"/>
          </a:p>
        </p:txBody>
      </p:sp>
      <p:sp>
        <p:nvSpPr>
          <p:cNvPr id="5" name="スライド番号プレースホルダー 4">
            <a:extLst>
              <a:ext uri="{FF2B5EF4-FFF2-40B4-BE49-F238E27FC236}">
                <a16:creationId xmlns:a16="http://schemas.microsoft.com/office/drawing/2014/main" id="{9FCB57F0-80ED-CF5C-22D8-E347E66DD49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55F78-D87A-074E-B5DA-6C9B598DD91F}" type="slidenum">
              <a:rPr kumimoji="1" lang="ja-JP" altLang="en-US" sz="1200" b="0" i="0" u="none" strike="noStrike" kern="1200" cap="none" spc="0" normalizeH="0" baseline="0" noProof="0" smtClean="0">
                <a:ln>
                  <a:noFill/>
                </a:ln>
                <a:solidFill>
                  <a:srgbClr val="000000">
                    <a:tint val="75000"/>
                  </a:srgbClr>
                </a:solidFill>
                <a:effectLst/>
                <a:uLnTx/>
                <a:uFillTx/>
                <a:latin typeface="Arial"/>
                <a:ea typeface="Meiryo" panose="020B060403050404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srgbClr val="000000">
                  <a:tint val="75000"/>
                </a:srgbClr>
              </a:solidFill>
              <a:effectLst/>
              <a:uLnTx/>
              <a:uFillTx/>
              <a:latin typeface="Arial"/>
              <a:ea typeface="Meiryo" panose="020B0604030504040204" pitchFamily="34" charset="-128"/>
              <a:cs typeface="+mn-cs"/>
            </a:endParaRPr>
          </a:p>
        </p:txBody>
      </p:sp>
      <p:sp>
        <p:nvSpPr>
          <p:cNvPr id="13" name="正方形/長方形 12">
            <a:extLst>
              <a:ext uri="{FF2B5EF4-FFF2-40B4-BE49-F238E27FC236}">
                <a16:creationId xmlns:a16="http://schemas.microsoft.com/office/drawing/2014/main" id="{43EFBBC3-AC27-B490-BCFA-09B5FC390CB2}"/>
              </a:ext>
            </a:extLst>
          </p:cNvPr>
          <p:cNvSpPr/>
          <p:nvPr/>
        </p:nvSpPr>
        <p:spPr>
          <a:xfrm>
            <a:off x="1291810" y="902888"/>
            <a:ext cx="9304277" cy="99382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a:t>
            </a:r>
            <a:r>
              <a:rPr lang="en-US" altLang="ja-JP" sz="1400">
                <a:solidFill>
                  <a:srgbClr val="000000"/>
                </a:solidFill>
                <a:latin typeface="メイリオ"/>
                <a:ea typeface="メイリオ"/>
              </a:rPr>
              <a:t>HG</a:t>
            </a:r>
            <a:r>
              <a:rPr lang="ja-JP" altLang="en-US" sz="1400">
                <a:solidFill>
                  <a:srgbClr val="000000"/>
                </a:solidFill>
                <a:latin typeface="メイリオ"/>
                <a:ea typeface="メイリオ"/>
              </a:rPr>
              <a:t>スカウト面談実施後に、</a:t>
            </a:r>
            <a:r>
              <a:rPr lang="en-US" altLang="ja-JP" sz="1400">
                <a:solidFill>
                  <a:srgbClr val="000000"/>
                </a:solidFill>
                <a:latin typeface="メイリオ"/>
                <a:ea typeface="メイリオ"/>
              </a:rPr>
              <a:t>EC</a:t>
            </a:r>
            <a:r>
              <a:rPr lang="ja-JP" altLang="en-US" sz="1400">
                <a:solidFill>
                  <a:srgbClr val="000000"/>
                </a:solidFill>
                <a:latin typeface="メイリオ"/>
                <a:ea typeface="メイリオ"/>
              </a:rPr>
              <a:t>より</a:t>
            </a:r>
            <a:r>
              <a:rPr lang="en-US" altLang="ja-JP" sz="1400">
                <a:solidFill>
                  <a:srgbClr val="000000"/>
                </a:solidFill>
                <a:latin typeface="メイリオ"/>
                <a:ea typeface="メイリオ"/>
              </a:rPr>
              <a:t>CA</a:t>
            </a:r>
            <a:r>
              <a:rPr lang="ja-JP" altLang="en-US" sz="1400">
                <a:solidFill>
                  <a:srgbClr val="000000"/>
                </a:solidFill>
                <a:latin typeface="メイリオ"/>
                <a:ea typeface="メイリオ"/>
              </a:rPr>
              <a:t>面談案内。</a:t>
            </a:r>
            <a:r>
              <a:rPr lang="en-US" altLang="ja-JP" sz="1400">
                <a:solidFill>
                  <a:srgbClr val="000000"/>
                </a:solidFill>
                <a:latin typeface="メイリオ"/>
                <a:ea typeface="メイリオ"/>
              </a:rPr>
              <a:t>CA</a:t>
            </a:r>
            <a:r>
              <a:rPr lang="ja-JP" altLang="en-US" sz="1400">
                <a:solidFill>
                  <a:srgbClr val="000000"/>
                </a:solidFill>
                <a:latin typeface="メイリオ"/>
                <a:ea typeface="メイリオ"/>
              </a:rPr>
              <a:t>アサイン意向</a:t>
            </a:r>
            <a:r>
              <a:rPr lang="en-US" altLang="ja-JP" sz="1400">
                <a:solidFill>
                  <a:srgbClr val="000000"/>
                </a:solidFill>
                <a:latin typeface="メイリオ"/>
                <a:ea typeface="メイリオ"/>
              </a:rPr>
              <a:t>CS</a:t>
            </a:r>
            <a:r>
              <a:rPr lang="ja-JP" altLang="en-US" sz="1400">
                <a:solidFill>
                  <a:srgbClr val="000000"/>
                </a:solidFill>
                <a:latin typeface="メイリオ"/>
                <a:ea typeface="メイリオ"/>
              </a:rPr>
              <a:t>を</a:t>
            </a:r>
            <a:r>
              <a:rPr lang="en-US" altLang="ja-JP" sz="1400">
                <a:solidFill>
                  <a:srgbClr val="000000"/>
                </a:solidFill>
                <a:latin typeface="メイリオ"/>
                <a:ea typeface="メイリオ"/>
              </a:rPr>
              <a:t>HCSCA</a:t>
            </a:r>
            <a:r>
              <a:rPr lang="ja-JP" altLang="en-US" sz="1400">
                <a:solidFill>
                  <a:srgbClr val="000000"/>
                </a:solidFill>
                <a:latin typeface="メイリオ"/>
                <a:ea typeface="メイリオ"/>
              </a:rPr>
              <a:t>に面談セット。</a:t>
            </a:r>
            <a:endParaRPr lang="en-US" altLang="ja-JP" sz="1400">
              <a:solidFill>
                <a:srgbClr val="000000"/>
              </a:solidFill>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・上記の面談セット率の予測が困難なため、</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7/1</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7/12</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で</a:t>
            </a: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FS</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実施。</a:t>
            </a:r>
            <a:endParaRPr lang="en-US" altLang="ja-JP" sz="1400">
              <a:solidFill>
                <a:srgbClr val="000000"/>
              </a:solidFill>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solidFill>
                  <a:srgbClr val="000000"/>
                </a:solidFill>
                <a:latin typeface="メイリオ"/>
                <a:ea typeface="メイリオ"/>
              </a:rPr>
              <a:t>・</a:t>
            </a:r>
            <a:r>
              <a:rPr lang="en-US" altLang="ja-JP" sz="1400">
                <a:solidFill>
                  <a:srgbClr val="000000"/>
                </a:solidFill>
                <a:latin typeface="メイリオ"/>
                <a:ea typeface="メイリオ"/>
              </a:rPr>
              <a:t>FS</a:t>
            </a:r>
            <a:r>
              <a:rPr lang="ja-JP" altLang="en-US" sz="1400">
                <a:solidFill>
                  <a:srgbClr val="000000"/>
                </a:solidFill>
                <a:latin typeface="メイリオ"/>
                <a:ea typeface="メイリオ"/>
              </a:rPr>
              <a:t>での面談セット率を基に、改めて現実ラインの移管数を試算予定。</a:t>
            </a:r>
            <a:endParaRPr lang="en-US" altLang="ja-JP" sz="1400">
              <a:solidFill>
                <a:srgbClr val="000000"/>
              </a:solidFill>
              <a:latin typeface="メイリオ"/>
              <a:ea typeface="メイリオ"/>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solidFill>
                  <a:srgbClr val="000000"/>
                </a:solidFill>
                <a:latin typeface="メイリオ"/>
                <a:ea typeface="メイリオ"/>
              </a:rPr>
              <a:t>　</a:t>
            </a:r>
            <a:r>
              <a:rPr lang="en-US" altLang="ja-JP" sz="1400">
                <a:solidFill>
                  <a:srgbClr val="000000"/>
                </a:solidFill>
                <a:latin typeface="メイリオ"/>
                <a:ea typeface="メイリオ"/>
              </a:rPr>
              <a:t>HCS2Q</a:t>
            </a:r>
            <a:r>
              <a:rPr lang="ja-JP" altLang="en-US" sz="1400">
                <a:solidFill>
                  <a:srgbClr val="000000"/>
                </a:solidFill>
                <a:latin typeface="メイリオ"/>
                <a:ea typeface="メイリオ"/>
              </a:rPr>
              <a:t>受け入れ可能数</a:t>
            </a:r>
            <a:r>
              <a:rPr lang="en-US" altLang="ja-JP" sz="1400">
                <a:solidFill>
                  <a:srgbClr val="000000"/>
                </a:solidFill>
                <a:latin typeface="メイリオ"/>
                <a:ea typeface="メイリオ"/>
              </a:rPr>
              <a:t>1600</a:t>
            </a:r>
            <a:r>
              <a:rPr lang="ja-JP" altLang="en-US" sz="1400">
                <a:solidFill>
                  <a:srgbClr val="000000"/>
                </a:solidFill>
                <a:latin typeface="メイリオ"/>
                <a:ea typeface="メイリオ"/>
              </a:rPr>
              <a:t>面談を下回る場合には、追加で中長期</a:t>
            </a:r>
            <a:r>
              <a:rPr lang="en-US" altLang="ja-JP" sz="1400">
                <a:solidFill>
                  <a:srgbClr val="000000"/>
                </a:solidFill>
                <a:latin typeface="メイリオ"/>
                <a:ea typeface="メイリオ"/>
              </a:rPr>
              <a:t>DB</a:t>
            </a:r>
            <a:r>
              <a:rPr lang="ja-JP" altLang="en-US" sz="1400">
                <a:solidFill>
                  <a:srgbClr val="000000"/>
                </a:solidFill>
                <a:latin typeface="メイリオ"/>
                <a:ea typeface="メイリオ"/>
              </a:rPr>
              <a:t>起き上がり</a:t>
            </a:r>
            <a:r>
              <a:rPr lang="en-US" altLang="ja-JP" sz="1400">
                <a:solidFill>
                  <a:srgbClr val="000000"/>
                </a:solidFill>
                <a:latin typeface="メイリオ"/>
                <a:ea typeface="メイリオ"/>
              </a:rPr>
              <a:t>CS</a:t>
            </a:r>
            <a:r>
              <a:rPr lang="ja-JP" altLang="en-US" sz="1400">
                <a:solidFill>
                  <a:srgbClr val="000000"/>
                </a:solidFill>
                <a:latin typeface="メイリオ"/>
                <a:ea typeface="メイリオ"/>
              </a:rPr>
              <a:t>の移管を</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実施する。</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p:txBody>
      </p:sp>
      <p:sp>
        <p:nvSpPr>
          <p:cNvPr id="14" name="テキスト ボックス 13">
            <a:extLst>
              <a:ext uri="{FF2B5EF4-FFF2-40B4-BE49-F238E27FC236}">
                <a16:creationId xmlns:a16="http://schemas.microsoft.com/office/drawing/2014/main" id="{55C7F977-FF1F-568C-29D3-1B475E3F9000}"/>
              </a:ext>
            </a:extLst>
          </p:cNvPr>
          <p:cNvSpPr txBox="1"/>
          <p:nvPr/>
        </p:nvSpPr>
        <p:spPr>
          <a:xfrm>
            <a:off x="1495250" y="2512113"/>
            <a:ext cx="3457575" cy="307777"/>
          </a:xfrm>
          <a:prstGeom prst="rect">
            <a:avLst/>
          </a:prstGeom>
          <a:noFill/>
        </p:spPr>
        <p:txBody>
          <a:bodyPr wrap="square" rtlCol="0">
            <a:spAutoFit/>
          </a:bodyPr>
          <a:lstStyle/>
          <a:p>
            <a:pPr algn="l"/>
            <a:r>
              <a:rPr kumimoji="1" lang="en-US" altLang="ja-JP" sz="1400"/>
              <a:t>【2Q</a:t>
            </a:r>
            <a:r>
              <a:rPr kumimoji="1" lang="ja-JP" altLang="en-US" sz="1400"/>
              <a:t>：フローオーナー</a:t>
            </a:r>
            <a:r>
              <a:rPr kumimoji="1" lang="en-US" altLang="ja-JP" sz="1400"/>
              <a:t>CS</a:t>
            </a:r>
            <a:r>
              <a:rPr kumimoji="1" lang="ja-JP" altLang="en-US" sz="1400"/>
              <a:t>移管想定数</a:t>
            </a:r>
            <a:r>
              <a:rPr kumimoji="1" lang="en-US" altLang="ja-JP" sz="1400"/>
              <a:t>】</a:t>
            </a:r>
            <a:endParaRPr kumimoji="1" lang="ja-JP" altLang="en-US" sz="1400"/>
          </a:p>
        </p:txBody>
      </p:sp>
      <p:pic>
        <p:nvPicPr>
          <p:cNvPr id="15" name="図 14">
            <a:extLst>
              <a:ext uri="{FF2B5EF4-FFF2-40B4-BE49-F238E27FC236}">
                <a16:creationId xmlns:a16="http://schemas.microsoft.com/office/drawing/2014/main" id="{890055D0-CAA0-0350-D74C-EB1188B69325}"/>
              </a:ext>
            </a:extLst>
          </p:cNvPr>
          <p:cNvPicPr>
            <a:picLocks noChangeAspect="1"/>
          </p:cNvPicPr>
          <p:nvPr/>
        </p:nvPicPr>
        <p:blipFill>
          <a:blip r:embed="rId2"/>
          <a:stretch>
            <a:fillRect/>
          </a:stretch>
        </p:blipFill>
        <p:spPr>
          <a:xfrm>
            <a:off x="1712562" y="3056875"/>
            <a:ext cx="2889947" cy="2889947"/>
          </a:xfrm>
          <a:prstGeom prst="rect">
            <a:avLst/>
          </a:prstGeom>
        </p:spPr>
      </p:pic>
      <p:sp>
        <p:nvSpPr>
          <p:cNvPr id="17" name="二等辺三角形 16">
            <a:extLst>
              <a:ext uri="{FF2B5EF4-FFF2-40B4-BE49-F238E27FC236}">
                <a16:creationId xmlns:a16="http://schemas.microsoft.com/office/drawing/2014/main" id="{31D05597-E916-6C2B-515A-2DA9FA946C25}"/>
              </a:ext>
            </a:extLst>
          </p:cNvPr>
          <p:cNvSpPr/>
          <p:nvPr/>
        </p:nvSpPr>
        <p:spPr>
          <a:xfrm rot="5400000">
            <a:off x="5126907" y="4460872"/>
            <a:ext cx="1257210" cy="278457"/>
          </a:xfrm>
          <a:prstGeom prst="triangl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l"/>
            <a:endParaRPr kumimoji="1" lang="ja-JP" altLang="en-US" sz="1050">
              <a:solidFill>
                <a:schemeClr val="tx1"/>
              </a:solidFill>
            </a:endParaRPr>
          </a:p>
        </p:txBody>
      </p:sp>
      <p:pic>
        <p:nvPicPr>
          <p:cNvPr id="19" name="図 18">
            <a:extLst>
              <a:ext uri="{FF2B5EF4-FFF2-40B4-BE49-F238E27FC236}">
                <a16:creationId xmlns:a16="http://schemas.microsoft.com/office/drawing/2014/main" id="{495A2F2F-9FA2-B636-46BE-88057989CC3D}"/>
              </a:ext>
            </a:extLst>
          </p:cNvPr>
          <p:cNvPicPr>
            <a:picLocks noChangeAspect="1"/>
          </p:cNvPicPr>
          <p:nvPr/>
        </p:nvPicPr>
        <p:blipFill>
          <a:blip r:embed="rId3"/>
          <a:stretch>
            <a:fillRect/>
          </a:stretch>
        </p:blipFill>
        <p:spPr>
          <a:xfrm>
            <a:off x="6575717" y="3756318"/>
            <a:ext cx="3195129" cy="1491060"/>
          </a:xfrm>
          <a:prstGeom prst="rect">
            <a:avLst/>
          </a:prstGeom>
        </p:spPr>
      </p:pic>
    </p:spTree>
    <p:extLst>
      <p:ext uri="{BB962C8B-B14F-4D97-AF65-F5344CB8AC3E}">
        <p14:creationId xmlns:p14="http://schemas.microsoft.com/office/powerpoint/2010/main" val="4123838725"/>
      </p:ext>
    </p:extLst>
  </p:cSld>
  <p:clrMapOvr>
    <a:masterClrMapping/>
  </p:clrMapOvr>
</p:sld>
</file>

<file path=ppt/theme/theme1.xml><?xml version="1.0" encoding="utf-8"?>
<a:theme xmlns:a="http://schemas.openxmlformats.org/drawingml/2006/main" name="デザインの設定">
  <a:themeElements>
    <a:clrScheme name="RAG営業用">
      <a:dk1>
        <a:srgbClr val="000000"/>
      </a:dk1>
      <a:lt1>
        <a:srgbClr val="FFFFFF"/>
      </a:lt1>
      <a:dk2>
        <a:srgbClr val="1156BD"/>
      </a:dk2>
      <a:lt2>
        <a:srgbClr val="F7FAFF"/>
      </a:lt2>
      <a:accent1>
        <a:srgbClr val="FF6400"/>
      </a:accent1>
      <a:accent2>
        <a:srgbClr val="E1E8F6"/>
      </a:accent2>
      <a:accent3>
        <a:srgbClr val="EB4D3C"/>
      </a:accent3>
      <a:accent4>
        <a:srgbClr val="FFE2EB"/>
      </a:accent4>
      <a:accent5>
        <a:srgbClr val="51BD69"/>
      </a:accent5>
      <a:accent6>
        <a:srgbClr val="DCF6E1"/>
      </a:accent6>
      <a:hlink>
        <a:srgbClr val="0563C1"/>
      </a:hlink>
      <a:folHlink>
        <a:srgbClr val="B1D0FF"/>
      </a:folHlink>
    </a:clrScheme>
    <a:fontScheme name="ユーザー定義 2">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kumimoji="1" sz="105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txDef>
      <a:spPr>
        <a:noFill/>
      </a:spPr>
      <a:bodyPr wrap="square" rtlCol="0">
        <a:spAutoFit/>
      </a:bodyPr>
      <a:lstStyle>
        <a:defPPr algn="l">
          <a:defRPr kumimoji="1" sz="105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09efd2a-5ae1-4d27-ae0d-63ce2557e69e" xsi:nil="true"/>
    <lcf76f155ced4ddcb4097134ff3c332f xmlns="530539dd-1127-4fb1-b634-77443620bcf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C1F8A064F7F0944A60C3582D1BD15BB" ma:contentTypeVersion="12" ma:contentTypeDescription="新しいドキュメントを作成します。" ma:contentTypeScope="" ma:versionID="a0b011d4d82729c2a02f0831497dc0b3">
  <xsd:schema xmlns:xsd="http://www.w3.org/2001/XMLSchema" xmlns:xs="http://www.w3.org/2001/XMLSchema" xmlns:p="http://schemas.microsoft.com/office/2006/metadata/properties" xmlns:ns2="530539dd-1127-4fb1-b634-77443620bcf0" xmlns:ns3="109efd2a-5ae1-4d27-ae0d-63ce2557e69e" targetNamespace="http://schemas.microsoft.com/office/2006/metadata/properties" ma:root="true" ma:fieldsID="c44db730196a2a2db08c97b3ab73d6de" ns2:_="" ns3:_="">
    <xsd:import namespace="530539dd-1127-4fb1-b634-77443620bcf0"/>
    <xsd:import namespace="109efd2a-5ae1-4d27-ae0d-63ce2557e69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0539dd-1127-4fb1-b634-77443620b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画像タグ" ma:readOnly="false" ma:fieldId="{5cf76f15-5ced-4ddc-b409-7134ff3c332f}" ma:taxonomyMulti="true" ma:sspId="a3a9e2b4-bd26-462e-b1d1-efb57a71636b"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09efd2a-5ae1-4d27-ae0d-63ce2557e69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488246b-304d-47f3-9751-de3430ce6f66}" ma:internalName="TaxCatchAll" ma:showField="CatchAllData" ma:web="109efd2a-5ae1-4d27-ae0d-63ce2557e69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3FFFF9-5E31-4A02-A95B-D36DC8B82918}">
  <ds:schemaRefs>
    <ds:schemaRef ds:uri="http://schemas.microsoft.com/sharepoint/v3/contenttype/forms"/>
  </ds:schemaRefs>
</ds:datastoreItem>
</file>

<file path=customXml/itemProps2.xml><?xml version="1.0" encoding="utf-8"?>
<ds:datastoreItem xmlns:ds="http://schemas.openxmlformats.org/officeDocument/2006/customXml" ds:itemID="{8CDA315C-5273-473B-90CD-B7E951C5CA14}">
  <ds:schemaRefs>
    <ds:schemaRef ds:uri="109efd2a-5ae1-4d27-ae0d-63ce2557e69e"/>
    <ds:schemaRef ds:uri="530539dd-1127-4fb1-b634-77443620bcf0"/>
    <ds:schemaRef ds:uri="57ce8107-df7d-436b-a245-27856596e65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499DB54-33C8-45B3-9518-08321411548D}">
  <ds:schemaRefs>
    <ds:schemaRef ds:uri="109efd2a-5ae1-4d27-ae0d-63ce2557e69e"/>
    <ds:schemaRef ds:uri="530539dd-1127-4fb1-b634-77443620bcf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ワイド画面</PresentationFormat>
  <Slides>9</Slides>
  <Notes>1</Notes>
  <HiddenSlides>0</HiddenSlides>
  <ScaleCrop>false</ScaleCrop>
  <HeadingPairs>
    <vt:vector size="4" baseType="variant">
      <vt:variant>
        <vt:lpstr>テーマ</vt:lpstr>
      </vt:variant>
      <vt:variant>
        <vt:i4>1</vt:i4>
      </vt:variant>
      <vt:variant>
        <vt:lpstr>スライド タイトル</vt:lpstr>
      </vt:variant>
      <vt:variant>
        <vt:i4>9</vt:i4>
      </vt:variant>
    </vt:vector>
  </HeadingPairs>
  <TitlesOfParts>
    <vt:vector size="10" baseType="lpstr">
      <vt:lpstr>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村井 貴行</dc:creator>
  <cp:revision>2</cp:revision>
  <dcterms:created xsi:type="dcterms:W3CDTF">2023-01-31T13:46:09Z</dcterms:created>
  <dcterms:modified xsi:type="dcterms:W3CDTF">2024-08-06T05:54:17Z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0x0101008C1F8A064F7F0944A60C3582D1BD15BB</vt:lpwstr>
  </property>
</Properties>
</file>